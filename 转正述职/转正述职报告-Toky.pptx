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成果汇总成三块：行为识别、皮肤评估、算法平台。行为识别 5 月用模拟数据跑通链路，8 月抓挠识别达到公司定的 85% 目标；皮肤评估 7 月把评分口径谈定，9 月每只狗每天自动出分；算法平台 6 月标注工具就绪，9 月上了 AI 预标注，算法服务也交付后端上线。深色的是每块目前最关键的节点。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行为识别能分辨四类：抓挠、活动、睡觉、没戴项圈。公司定的 8.31 目标是抓挠准确率不低于 85%，已达成。验证方法是拿没见过的狗测 —— 3 只狗训出来的模型在这 3 只上约 85%，换一只没见过的会掉，把它补进去重训，4 只又回到 85%。所以模型现在是靠见过才准，这也是下一步要加狗的原因。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两条路一起走的原因：规则版是 PM 和兽医定的，解释性好，兽医愿意核对，但上限受限于人能想到的规则；AI 版是把业务规则和兽医临床经验提炼成特征让模型学，上限更高，但要真实病例数据才能训好，现在只用合成数据验证了方案可行。AI 版分两阶段：先用行为数据出一个皮肤等级，如果用户回答了问题、上传了照片，第二阶段再综合判断。但用户互动默认没有，所以多数时候是第一阶段在起作用。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这五件事是我这几个月真正想明白的。可以挑第一条和第四条展开：训练集里拿不准的片段要剔掉，留着反而教错模型；还有自查发现造的测试数据有漏洞会让分数虚高，我主动把分数改低并写进文档 —— 宁可报低，不留隐患。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待提升点我按「卡在什么上」分了三类：一类等数据，靠狗场加狗解决；一类等配合，需要测试同事、兽医、产品一起推，这类占了三项；还有一类是我自己要补的业务理解。分清性质才知道该找谁、该做什么。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下一步就是这三件事，而且是连着的：狗多了数据才够；模型越准 AI 预标越准，人工审核越来越省；省下来的人力能标更多数据，数据够了就能上深度学习，上限更高。现在数据量还不适合上深度学习，传统方法反而更稳。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slide" Target="slide13.xml"/><Relationship Id="rId7" Type="http://schemas.openxmlformats.org/officeDocument/2006/relationships/slide" Target="slide13.xml"/><Relationship Id="rId9" Type="http://schemas.openxmlformats.org/officeDocument/2006/relationships/slide" Target="slide14.xml"/><Relationship Id="rId10" Type="http://schemas.openxmlformats.org/officeDocument/2006/relationships/slide" Target="slide14.xml"/><Relationship Id="rId1" Type="http://schemas.openxmlformats.org/officeDocument/2006/relationships/image" Target="../media/image-7-1.png"/><Relationship Id="rId2" Type="http://schemas.openxmlformats.org/officeDocument/2006/relationships/video" Target="../media/media-7-2.mp4"/><Relationship Id="rId3" Type="http://schemas.microsoft.com/office/2007/relationships/media" Target="../media/media-7-2.mp4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8" Type="http://schemas.openxmlformats.org/officeDocument/2006/relationships/image" Target="../media/image-7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7.xml"/><Relationship Id="rId2" Type="http://schemas.openxmlformats.org/officeDocument/2006/relationships/slide" Target="slide7.xml"/><Relationship Id="rId3" Type="http://schemas.openxmlformats.org/officeDocument/2006/relationships/image" Target="../media/image-1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7.xml"/><Relationship Id="rId2" Type="http://schemas.openxmlformats.org/officeDocument/2006/relationships/slide" Target="slide7.xml"/><Relationship Id="rId3" Type="http://schemas.openxmlformats.org/officeDocument/2006/relationships/image" Target="../media/image-1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 · 皮肤评估 · 算法平台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狗的行为识别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从零建立采集与标注流程，数据质量决定算法上限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教会算法识别狗的行为，并据此判断健康状况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把算法做成产品能直接调用的服务，能上线才算数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试用期成果：三大块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入职时没有数据、没有模型、没有平台。下面是三块各自的推进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04825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96849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88873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80897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72921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1975104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452D8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1975104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048256" y="2569464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14" name="Shape 11"/>
          <p:cNvSpPr/>
          <p:nvPr/>
        </p:nvSpPr>
        <p:spPr>
          <a:xfrm>
            <a:off x="204825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13969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跑通流程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96849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05993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拿到真数据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88873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8017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采集定型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80897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6A51B7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900416" y="2157984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抓挠达标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900416" y="2615184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 ≥ 85%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72921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82065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四类可用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48640" y="329184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48640" y="3291840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2048256" y="3886200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28" name="Shape 25"/>
          <p:cNvSpPr/>
          <p:nvPr/>
        </p:nvSpPr>
        <p:spPr>
          <a:xfrm>
            <a:off x="5888736" y="3291840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980176" y="32918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方案定下来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7808976" y="3291840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900416" y="32918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规则版上线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9729216" y="3291840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6A51B7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820656" y="3474720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每天自动出分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820656" y="3931920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版方案已验证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48640" y="4608576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452D8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548640" y="4608576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算法平台</a:t>
            </a:r>
            <a:endParaRPr lang="en-US" sz="1250" dirty="0"/>
          </a:p>
        </p:txBody>
      </p:sp>
      <p:sp>
        <p:nvSpPr>
          <p:cNvPr id="37" name="Shape 34"/>
          <p:cNvSpPr/>
          <p:nvPr/>
        </p:nvSpPr>
        <p:spPr>
          <a:xfrm>
            <a:off x="2048256" y="5202936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38" name="Shape 35"/>
          <p:cNvSpPr/>
          <p:nvPr/>
        </p:nvSpPr>
        <p:spPr>
          <a:xfrm>
            <a:off x="396849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059936" y="4608576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标注工具就绪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88873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980176" y="4608576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采集工程标准化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780897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7900416" y="4608576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自研平台上线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972921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6A51B7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9820656" y="4791456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 + 服务上线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9820656" y="52486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人只做核对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548640" y="6089904"/>
            <a:ext cx="11091672" cy="457200"/>
          </a:xfrm>
          <a:prstGeom prst="roundRect">
            <a:avLst>
              <a:gd name="adj" fmla="val 20000"/>
            </a:avLst>
          </a:prstGeom>
          <a:solidFill>
            <a:srgbClr val="F3F1FF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822960" y="608990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另有一块延伸：图像识别（皮肤照片辅助判断、口腔牙齿检测）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7132320" y="608990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</a:t>
            </a:r>
            <a:endParaRPr lang="en-US" sz="1050" dirty="0"/>
          </a:p>
        </p:txBody>
      </p:sp>
      <p:sp>
        <p:nvSpPr>
          <p:cNvPr id="50" name="Text 4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行为识别：让项圈看懂狗在干什么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6A51B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3346704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F3F1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346704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6144768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144768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8942832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942832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48640" y="2670048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452D8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4672" y="27980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194560" y="279806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230368" y="2798064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30368" y="279806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309360" y="279806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343814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模型能不能用，看它在没见过的狗身上掉多少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48640" y="3840480"/>
            <a:ext cx="3575304" cy="1737360"/>
          </a:xfrm>
          <a:prstGeom prst="roundRect">
            <a:avLst>
              <a:gd name="adj" fmla="val 5263"/>
            </a:avLst>
          </a:prstGeom>
          <a:solidFill>
            <a:srgbClr val="F3F1F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04672" y="404164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只狗训练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04672" y="4754880"/>
            <a:ext cx="3072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 3 只约 85%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306824" y="3840480"/>
            <a:ext cx="3575304" cy="1737360"/>
          </a:xfrm>
          <a:prstGeom prst="roundRect">
            <a:avLst>
              <a:gd name="adj" fmla="val 5263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562856" y="404164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0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补入第 4 只重训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4562856" y="4754880"/>
            <a:ext cx="3072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只都到 85%，误报变少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065008" y="3840480"/>
            <a:ext cx="3575304" cy="1737360"/>
          </a:xfrm>
          <a:prstGeom prst="roundRect">
            <a:avLst>
              <a:gd name="adj" fmla="val 5263"/>
            </a:avLst>
          </a:prstGeom>
          <a:solidFill>
            <a:srgbClr val="6A51B7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321040" y="404164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怎么验证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330184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来一只单独测，来一批整批测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321040" y="4754880"/>
            <a:ext cx="3072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换没见过的狗，看还准不准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下一步：狗场先加 6 只（1-2 周）批量验证，之后按批次继续扩。以上为算法自测结果，尚未经测试同事验收。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皮肤评估：两条路一起走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2104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与兽医主导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兽医好核对、好调整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上限不高，靠人定规则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08776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452D8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83096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把业务规则和兽医临床经验变成特征，让模型学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83096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上限更高，能自己找规律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已用合成数据验证方案可行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要真实病例数据才能真正训好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3675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版怎么判断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07822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F3F1FF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426110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6A51B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68096" y="426110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第一阶段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426110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行为数据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949440" y="42611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426110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皮肤等级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48640" y="490118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D5D0F7"/>
          </a:solidFill>
          <a:ln/>
        </p:spPr>
      </p:sp>
      <p:sp>
        <p:nvSpPr>
          <p:cNvPr id="21" name="Shape 18"/>
          <p:cNvSpPr/>
          <p:nvPr/>
        </p:nvSpPr>
        <p:spPr>
          <a:xfrm>
            <a:off x="768096" y="508406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F7BA59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68096" y="508406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第二阶段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2103120" y="508406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 用户问答，若有照片再加图像识别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949440" y="50840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498080" y="508406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综合评估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7424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图像识别是延伸出来的一块：用户上传照片时参与第二阶段判断；口腔牙齿检测是额外做的验证。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用户问答和照片默认没有，所以多数情况只靠第一阶段的行为数据。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算法平台：AI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一只狗一天录 24 段、每段 1 小时，早期只能靠人从头看到尾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93776" y="2304288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62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2359152"/>
            <a:ext cx="6720840" cy="3185232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48640" y="5617536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7571232" y="23591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552944" y="272491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8" name="Shape 24"/>
          <p:cNvSpPr/>
          <p:nvPr/>
        </p:nvSpPr>
        <p:spPr>
          <a:xfrm>
            <a:off x="7735824" y="28712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735824" y="28712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8193024" y="27706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31" name="Text 27"/>
          <p:cNvSpPr txBox="1"/>
          <p:nvPr/>
        </p:nvSpPr>
        <p:spPr>
          <a:xfrm>
            <a:off x="8193024" y="30266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三路画面与项圈波形共用一条时间轴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7552944" y="344728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33" name="Shape 29"/>
          <p:cNvSpPr/>
          <p:nvPr/>
        </p:nvSpPr>
        <p:spPr>
          <a:xfrm>
            <a:off x="7735824" y="359359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7735824" y="3593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8193024" y="349300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36" name="Text 32"/>
          <p:cNvSpPr txBox="1"/>
          <p:nvPr/>
        </p:nvSpPr>
        <p:spPr>
          <a:xfrm>
            <a:off x="8193024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11.9 秒抓挠，把握 84%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7552944" y="4169664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38" name="Shape 34"/>
          <p:cNvSpPr/>
          <p:nvPr/>
        </p:nvSpPr>
        <p:spPr>
          <a:xfrm>
            <a:off x="7735824" y="4315968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7735824" y="4315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8193024" y="421538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8193024" y="44714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42" name="Shape 38"/>
          <p:cNvSpPr/>
          <p:nvPr/>
        </p:nvSpPr>
        <p:spPr>
          <a:xfrm>
            <a:off x="7552944" y="489204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43" name="Shape 39"/>
          <p:cNvSpPr/>
          <p:nvPr/>
        </p:nvSpPr>
        <p:spPr>
          <a:xfrm>
            <a:off x="7735824" y="503834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7735824" y="50383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8193024" y="49377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46" name="Text 42"/>
          <p:cNvSpPr txBox="1"/>
          <p:nvPr/>
        </p:nvSpPr>
        <p:spPr>
          <a:xfrm>
            <a:off x="8193024" y="51937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548640" y="5687568"/>
            <a:ext cx="5431536" cy="91440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/>
        </p:spPr>
      </p:sp>
      <p:sp>
        <p:nvSpPr>
          <p:cNvPr id="48" name="Shape 44"/>
          <p:cNvSpPr/>
          <p:nvPr/>
        </p:nvSpPr>
        <p:spPr>
          <a:xfrm>
            <a:off x="713232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452D8D"/>
          </a:solidFill>
          <a:ln/>
        </p:spPr>
      </p:sp>
      <p:pic>
        <p:nvPicPr>
          <p:cNvPr id="49" name="Image 1" descr="media/platform.png">
            <a:hlinkClick r:id="rId6" tooltip="点击放大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819370"/>
            <a:ext cx="1371600" cy="650796"/>
          </a:xfrm>
          <a:prstGeom prst="rect">
            <a:avLst/>
          </a:prstGeom>
        </p:spPr>
      </p:pic>
      <p:sp>
        <p:nvSpPr>
          <p:cNvPr id="50" name="Shape 45">
            <a:hlinkClick r:id="rId7" tooltip="点击放大" action="ppaction://hlinksldjump"/>
          </p:cNvPr>
          <p:cNvSpPr/>
          <p:nvPr/>
        </p:nvSpPr>
        <p:spPr>
          <a:xfrm>
            <a:off x="713232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2231136" y="6364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52" name="Text 47"/>
          <p:cNvSpPr txBox="1"/>
          <p:nvPr/>
        </p:nvSpPr>
        <p:spPr>
          <a:xfrm>
            <a:off x="2231136" y="5815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53" name="Text 48"/>
          <p:cNvSpPr txBox="1"/>
          <p:nvPr/>
        </p:nvSpPr>
        <p:spPr>
          <a:xfrm>
            <a:off x="2231136" y="6108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6208776" y="5687568"/>
            <a:ext cx="5431536" cy="91440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/>
        </p:spPr>
      </p:sp>
      <p:sp>
        <p:nvSpPr>
          <p:cNvPr id="55" name="Shape 50"/>
          <p:cNvSpPr/>
          <p:nvPr/>
        </p:nvSpPr>
        <p:spPr>
          <a:xfrm>
            <a:off x="6373368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452D8D"/>
          </a:solidFill>
          <a:ln/>
        </p:spPr>
      </p:sp>
      <p:pic>
        <p:nvPicPr>
          <p:cNvPr id="56" name="Image 2" descr="media/tartar.png">
            <a:hlinkClick r:id="rId9" tooltip="点击放大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2705" y="5760720"/>
            <a:ext cx="852926" cy="768096"/>
          </a:xfrm>
          <a:prstGeom prst="rect">
            <a:avLst/>
          </a:prstGeom>
        </p:spPr>
      </p:pic>
      <p:sp>
        <p:nvSpPr>
          <p:cNvPr id="57" name="Shape 51">
            <a:hlinkClick r:id="rId10" tooltip="点击放大" action="ppaction://hlinksldjump"/>
          </p:cNvPr>
          <p:cNvSpPr/>
          <p:nvPr/>
        </p:nvSpPr>
        <p:spPr>
          <a:xfrm>
            <a:off x="6373368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Text 52"/>
          <p:cNvSpPr txBox="1"/>
          <p:nvPr/>
        </p:nvSpPr>
        <p:spPr>
          <a:xfrm>
            <a:off x="7891272" y="6364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59" name="Text 53"/>
          <p:cNvSpPr txBox="1"/>
          <p:nvPr/>
        </p:nvSpPr>
        <p:spPr>
          <a:xfrm>
            <a:off x="7891272" y="5815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60" name="Text 54"/>
          <p:cNvSpPr txBox="1"/>
          <p:nvPr/>
        </p:nvSpPr>
        <p:spPr>
          <a:xfrm>
            <a:off x="7891272" y="6108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61" name="Text 5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 fullScrn="1">
                <p:cTn id="2" fill="hold" display="0">
                  <p:stCondLst>
                    <p:cond delay="indefinite"/>
                  </p:stCondLst>
                </p:cTn>
                <p:tgtEl>
                  <p:spTgt spid="62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394960" y="1371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以前的做法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8686800" y="13716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现在的做法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1719072"/>
            <a:ext cx="11091672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8" name="Shape 5"/>
          <p:cNvSpPr/>
          <p:nvPr/>
        </p:nvSpPr>
        <p:spPr>
          <a:xfrm>
            <a:off x="786384" y="1901952"/>
            <a:ext cx="402336" cy="402336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6384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371600" y="190195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 &gt; 数量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394960" y="190195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有数据就都拿去训练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190195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686800" y="1847088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51392" y="184708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拿不准的先剔掉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2615184"/>
            <a:ext cx="11091672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2798064"/>
            <a:ext cx="402336" cy="402336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2798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279806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让模型告诉我补什么数据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5394960" y="279806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盲目加数据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0" y="27980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686800" y="2743200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851392" y="274320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 AI 没把握的地方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48640" y="3511296"/>
            <a:ext cx="11091672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4" name="Shape 21"/>
          <p:cNvSpPr/>
          <p:nvPr/>
        </p:nvSpPr>
        <p:spPr>
          <a:xfrm>
            <a:off x="786384" y="3694176"/>
            <a:ext cx="402336" cy="402336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86384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371600" y="369417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分清技术问题还是定义问题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5394960" y="369417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一直调模型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138160" y="369417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686800" y="3639312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851392" y="363931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先把标准对齐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48640" y="4407408"/>
            <a:ext cx="11091672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2" name="Shape 29"/>
          <p:cNvSpPr/>
          <p:nvPr/>
        </p:nvSpPr>
        <p:spPr>
          <a:xfrm>
            <a:off x="786384" y="4590288"/>
            <a:ext cx="402336" cy="402336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86384" y="4590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1371600" y="4590288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35" name="Text 32"/>
          <p:cNvSpPr txBox="1"/>
          <p:nvPr/>
        </p:nvSpPr>
        <p:spPr>
          <a:xfrm>
            <a:off x="5394960" y="459028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分数好看就行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8138160" y="45902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686800" y="4535424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851392" y="453542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宁可报低，不留隐患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548640" y="5303520"/>
            <a:ext cx="11091672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40" name="Shape 37"/>
          <p:cNvSpPr/>
          <p:nvPr/>
        </p:nvSpPr>
        <p:spPr>
          <a:xfrm>
            <a:off x="786384" y="5486400"/>
            <a:ext cx="402336" cy="402336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786384" y="5486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371600" y="5486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43" name="Text 40"/>
          <p:cNvSpPr txBox="1"/>
          <p:nvPr/>
        </p:nvSpPr>
        <p:spPr>
          <a:xfrm>
            <a:off x="5394960" y="54864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硬撑到底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138160" y="548640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8686800" y="5431536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8851392" y="5431536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实测之后就换路</a:t>
            </a:r>
            <a:endParaRPr lang="en-US" sz="1150" dirty="0"/>
          </a:p>
        </p:txBody>
      </p:sp>
      <p:sp>
        <p:nvSpPr>
          <p:cNvPr id="47" name="Text 44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待提升点：分清卡在什么上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2926080" cy="3785616"/>
          </a:xfrm>
          <a:prstGeom prst="roundRect">
            <a:avLst>
              <a:gd name="adj" fmla="val 3125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等数据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2340864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项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68096" y="2359152"/>
            <a:ext cx="248716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50976" y="2450592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50976" y="2779776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狗场先加 6 只，按批次继续扩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712464" y="1517904"/>
            <a:ext cx="4754880" cy="3785616"/>
          </a:xfrm>
          <a:prstGeom prst="roundRect">
            <a:avLst>
              <a:gd name="adj" fmla="val 2415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3931920" y="1737360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452D8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931920" y="17373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等配合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33488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931920" y="2359152"/>
            <a:ext cx="431596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114800" y="2450592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还没经过测试与线上验证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4114800" y="2779776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推动测试同事介入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3931920" y="3328416"/>
            <a:ext cx="431596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114800" y="3419856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皮肤评分标准要校准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114800" y="3749040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请兽医标注真实病例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931920" y="4297680"/>
            <a:ext cx="431596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114800" y="4389120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松动检测还没做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4114800" y="4718304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先和产品、兽医对齐判定标准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8705088" y="1517904"/>
            <a:ext cx="2935224" cy="3785616"/>
          </a:xfrm>
          <a:prstGeom prst="roundRect">
            <a:avLst>
              <a:gd name="adj" fmla="val 3115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8924544" y="1737360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924544" y="17373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靠自己补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1050645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924544" y="2359152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107424" y="2450592"/>
            <a:ext cx="213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9107424" y="2779776"/>
            <a:ext cx="213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系统补充宠物皮肤健康知识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48640" y="55778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D5D0F7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41248" y="55778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五项里有三项卡在需要别人配合 —— 这也是我下一步要主动去推的地方。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下一步：要做得更好，关键是这三件事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3575304" cy="3200400"/>
          </a:xfrm>
          <a:prstGeom prst="roundRect">
            <a:avLst>
              <a:gd name="adj" fmla="val 2857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37360"/>
            <a:ext cx="457200" cy="457200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7739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样本要更多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322576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现在只有 4 只狗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688336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个体越多，模型换一只没见过的狗才稳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22960" y="3529584"/>
            <a:ext cx="3035808" cy="969264"/>
          </a:xfrm>
          <a:prstGeom prst="roundRect">
            <a:avLst>
              <a:gd name="adj" fmla="val 7547"/>
            </a:avLst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50976" y="3529584"/>
            <a:ext cx="27797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只，之后按批次继续扩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06824" y="1517904"/>
            <a:ext cx="3575304" cy="3200400"/>
          </a:xfrm>
          <a:prstGeom prst="roundRect">
            <a:avLst>
              <a:gd name="adj" fmla="val 2857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4562856" y="1737360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62856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129784" y="17739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标注要人工审核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4581144" y="2322576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但会越来越省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81144" y="2688336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模型越准，AI 预标越准，人只需核对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81144" y="3529584"/>
            <a:ext cx="3035808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709160" y="3529584"/>
            <a:ext cx="27797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平台上线 AI 自动标注，把人力省下来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065008" y="1517904"/>
            <a:ext cx="3575304" cy="3200400"/>
          </a:xfrm>
          <a:prstGeom prst="roundRect">
            <a:avLst>
              <a:gd name="adj" fmla="val 2857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8321040" y="1737360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3210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887968" y="17739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换更好的模型</a:t>
            </a:r>
            <a:endParaRPr lang="en-US" sz="1450" dirty="0"/>
          </a:p>
        </p:txBody>
      </p:sp>
      <p:sp>
        <p:nvSpPr>
          <p:cNvPr id="25" name="Text 22"/>
          <p:cNvSpPr txBox="1"/>
          <p:nvPr/>
        </p:nvSpPr>
        <p:spPr>
          <a:xfrm>
            <a:off x="8339328" y="2322576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现在的数据量还不够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339328" y="2688336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数据少时传统方法更稳、更省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339328" y="3529584"/>
            <a:ext cx="3035808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467344" y="3529584"/>
            <a:ext cx="27797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数据上来后上深度学习，上限更高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48640" y="4974336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D5D0F7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22960" y="51389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三件事是连着的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291840" y="5102352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狗多了数据才够，AI 预标准了人工才省，省下来的人力才能标更多数据、支撑更好的模型。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目标：让算法从「能认出行为」走向「能给出可信的健康结论」。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57732"/>
            <a:ext cx="11457432" cy="543631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tar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235" y="749808"/>
            <a:ext cx="6498483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2026-09-10T10:45:31Z</dcterms:created>
  <dcterms:modified xsi:type="dcterms:W3CDTF">2026-09-10T10:45:31Z</dcterms:modified>
</cp:coreProperties>
</file>