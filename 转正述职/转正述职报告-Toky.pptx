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先交代目标：8月31日要求抓挠识别准确率不低于 85%，已达成。然后讲验证方法。三只狗训出来的模型在训练个体上约 85%，换一只没见过的马尔济斯会掉到 75% 左右且误报变多；把它的数据补进去重训，四只又回到 85%。所以我的做法是分两条路：单只新增就单独精测，一次来一批就整批测，看具体情况定。狗场先加 6 只做批量验证。数字是算法侧数据集测的，还没经测试同事验收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这里先说清楚起点：一开始没有可用模型，标注全靠人工。一只狗一天录 24 段、每段一小时，人要从头看到尾，根本看不完。现在 AI 先把候选片段标出来，还会把可能认错、可能漏掉的单独挑出来，人只看这些重点。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设备这块可以多讲两句：公司自研项圈因为加了 GPS 和 LTE 一直没出成品，我手上只有老款 TF 卡设备 —— 数据要第二天才看得到，电量撑不过 12 小时得频繁换，时间戳一天还会漂将近 9 秒，画面和数据对不齐就没法标注。后来我自己上电商平台挑设备，来回退换了好几次才找到能稳定跑满 24 小时的；真正解决漂移的办法是改用电脑端时间做基准，不用设备自己的时钟。摄像头也从 TP-Link、小米监控换到 USB 直连才对齐。分工上：狗场是商务去找、去谈的，我提的是数据需求、输出采集方案，并到现场考察确认可行。我自己主动推动的是影棚这条线 —— 发现两位同事各养了一只狗，提议带来参与测试，公司有补贴政策，几乎零成本把犬只从 2 只加到 4 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想说的是我怎么对待这个项目。算法岗只有我一人，没有人会来推着我做，所以很多事我是当成自己的事在推：设备不行就自己去找设备，判断标准存疑就提出来重新调研，需要别人配合就主动去谈。同样重要的是主动开口求助 —— 16 篇周报每篇都写了资源诉求，需要什么就明确提，不闷头硬扛。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" Target="slide17.xml"/><Relationship Id="rId7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8.xml"/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8" Type="http://schemas.openxmlformats.org/officeDocument/2006/relationships/image" Target="../media/image-9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可采集的狗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只，但没有采集流程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来一只就单独测，来一批就整批测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周）做一次批量验证，之后按批次逐步扩大；单只新增就单独测，看具体情况定。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早期没有可用模型，只能纯人工标注 —— 一只狗一天录 24 段、每段 1 小时，靠人从头看到尾，费时又费人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模型先给出候选片段，人从「一帧帧从头标」变成「核对和修正」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可疑的也一并挑出来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可能认错的、可能漏掉的都单独列出，人重点看这些，不用整段翻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三个摄像头与项圈数据共用一条时间轴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秒抓挠，把握 88%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Shape 27">
            <a:hlinkClick r:id="rId7" tooltip="点击放大" action="ppaction://hlinksldjump"/>
          </p:cNvPr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761488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7" name="Shape 32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8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9" name="Shape 33">
            <a:hlinkClick r:id="rId10" tooltip="点击放大" action="ppaction://hlinksldjump"/>
          </p:cNvPr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8421624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41" name="Text 35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4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成果五：把数据采集从零跑起来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输出采集需求方案供商务对接；实地考察沙井，判断成本过高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狗场落实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商务谈成龙岗，我赴现场考察，确认 6 间犬舍 6 只狗可采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059936"/>
            <a:ext cx="5431536" cy="1901952"/>
          </a:xfrm>
          <a:prstGeom prst="roundRect">
            <a:avLst>
              <a:gd name="adj" fmla="val 4808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设备是自己一步步试出来的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5720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自研项圈至今没有成品，只能用问题很多的老款设备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自己选型、反复退换，并改用电脑端时间做基准，才把采集跑稳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208776" y="4059936"/>
            <a:ext cx="5431536" cy="1901952"/>
          </a:xfrm>
          <a:prstGeom prst="roundRect">
            <a:avLst>
              <a:gd name="adj" fmla="val 4808"/>
            </a:avLst>
          </a:prstGeom>
          <a:solidFill>
            <a:srgbClr val="D5D0F7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464808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我主动推动的一件事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483096" y="4572000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影棚两位同事各养了一只狗，我提议带来参与测试 —— 公司有补贴政策，几乎零成本把可采集犬只从 2 只增加到 4 只。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55046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　·　龙岗狗场 6 只已谈妥　·　长远按 30 → 50 → 70 → 100 → 150 只分阶段扩大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成果六：把事情当自己的事推着走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算法岗只有我一人，很多事没人催也没人推 —— 能推到哪一步，取决于我主动做到哪一步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8366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188366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084832" y="179222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468880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6517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8096" y="26517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84832" y="25603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236976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41985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341985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084832" y="332841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00507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" y="418795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68096" y="418795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084832" y="409651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773168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4956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68096" y="495604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84832" y="486460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010144" y="1700784"/>
            <a:ext cx="3630168" cy="384048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247888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我主动做的几件事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47888" y="22494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天做出口腔识别原型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266176" y="250545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产品提出这个方向后，当天做出可用原型，验证了这条路走不走得通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247888" y="3072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266176" y="332841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8247888" y="38953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66176" y="41513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8247888" y="471830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266176" y="497433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2026-09-10T07:03:08Z</dcterms:created>
  <dcterms:modified xsi:type="dcterms:W3CDTF">2026-09-10T07:03:08Z</dcterms:modified>
</cp:coreProperties>
</file>