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设备这块可以多讲两句：公司自研项圈因为加了 GPS 和 LTE 一直没出成品，我手上只有老款 TF 卡设备 —— 数据要第二天才看得到，电量撑不过 12 小时得频繁换，时间戳一天还会漂将近 9 秒，画面和数据对不齐就没法标注。后来我自己上电商平台挑设备，来回退换了好几次才找到能稳定跑满 24 小时的；真正解决漂移的办法是改用电脑端时间做基准，不用设备自己的时钟。摄像头也从 TP-Link、小米监控换到 USB 直连才对齐。分工上：狗场是商务去找、去谈的，我提的是数据需求、输出采集方案，并到现场考察确认可行。我自己主动推动的是影棚这条线 —— 发现两位同事各养了一只狗，提议带来参与测试，公司有补贴政策，几乎零成本把犬只从 2 只加到 4 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想说的是我怎么对待这个项目。算法岗只有我一人，没有人会来推着我做，所以很多事我是当成自己的事在推：设备不行就自己去找设备，判断标准存疑就提出来重新调研，需要别人配合就主动去谈。同样重要的是主动开口求助 —— 16 篇周报每篇都写了资源诉求，需要什么就明确提，不闷头硬扛。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fullScrn="1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输出采集需求方案供商务对接；实地考察沙井，判断成本过高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商务谈成龙岗，我赴现场考察，确认 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设备是自己一步步试出来的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535424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公司自研项圈因新增 GPS、LTE，至今没有成品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老款设备：数据隔天才看得到、电量撑不到 12 小时、时间一天还差好几秒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自己上电商平台选型、反复退换，找到能稳定跑满 24 小时的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改用电脑端时间做基准，不再用设备自带时间，漂移从根上绕开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摄像头也从两款监控换成 USB 直连，画面才真正对得齐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208776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D5D0F7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64808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我主动推动的一件事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483096" y="455371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影棚原有公司的 2 只狗。我发现影棚两位同事各养了一只，提议带来影棚参与测试 —— 公司本身有每月补贴政策，几乎没有额外成本，可采集犬只从 2 只增加到 4 只。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55046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成果六：把事情当自己的事推着走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算法岗只有我一人，很多事没人催也没人推 —— 能推到哪一步，取决于我主动做到哪一步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8366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88366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79222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6517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26517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84832" y="25603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36976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41985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341985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332841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00507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418795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4187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084832" y="409651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773168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4956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8096" y="495604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84832" y="486460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010144" y="1700784"/>
            <a:ext cx="3630168" cy="384048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47888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我主动做的几件事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47888" y="22494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6176" y="250545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247888" y="3072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266176" y="332841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247888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1513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247888" y="471830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9743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2026-09-10T06:54:25Z</dcterms:created>
  <dcterms:modified xsi:type="dcterms:W3CDTF">2026-09-10T06:54:25Z</dcterms:modified>
</cp:coreProperties>
</file>