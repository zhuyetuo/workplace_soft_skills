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两条主线：行为识别和皮肤健康评估。行为识别 5 月先用模拟数据把链路跑通，6 月拿到第一批真实数据，7 月采集定型，8 月抓挠识别达到公司定的 85% 目标，9 月四类行为都可用。皮肤评估 7 月把评分口径和产品、兽医谈定，8 月规则版网页系统上线，9 月每只狗每天自动出分。深色的是每条线目前最关键的节点。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这一页先把范围说清楚：我负责的是两大块 —— 行为识别和皮肤健康评估，行为识别的结果是皮肤评估的输入。图像识别是延伸出来的一块，用户上传照片时作为补充，口腔牙齿检测是额外做的可行性验证。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这一页讲的是怎么继续把它做好。三件事是互相咬合的：样本个体不够，模型换新狗就不稳；标注要人工审核，但模型越准 AI 预标越准，人工只做核对，投入会越来越省；省下来的人力能标更多数据，数据够了就能换更好的模型，上限更高。现在数据量还不适合上深度学习，传统方法反而更稳。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" Target="slide14.xml"/><Relationship Id="rId7" Type="http://schemas.openxmlformats.org/officeDocument/2006/relationships/slide" Target="slide14.xml"/><Relationship Id="rId9" Type="http://schemas.openxmlformats.org/officeDocument/2006/relationships/slide" Target="slide15.xml"/><Relationship Id="rId10" Type="http://schemas.openxmlformats.org/officeDocument/2006/relationships/slide" Target="slide15.xml"/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8" Type="http://schemas.openxmlformats.org/officeDocument/2006/relationships/image" Target="../media/image-8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算法全景 · 皮肤评估 · 怎么做得更好 · 效果演示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入职时没有数据、没有模型、没有平台。下面是两条主线各自的推进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70078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70078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70078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70078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70078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66544"/>
            <a:ext cx="1298448" cy="1700784"/>
          </a:xfrm>
          <a:prstGeom prst="roundRect">
            <a:avLst>
              <a:gd name="adj" fmla="val 704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066544"/>
            <a:ext cx="12984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48256" y="288950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2066544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94560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194560" y="2834640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用自己造的数据先把链路走通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968496" y="2066544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F3F1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114800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114800" y="2834640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影棚开始采集，解决画面与数据对不齐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888736" y="2066544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035040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035040" y="2834640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808976" y="2066544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955280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955280" y="2834640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目标准确率 ≥ 85%，已达成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729216" y="2066544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875520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875520" y="2834640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 · 活动 · 睡觉 · 没戴项圈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4059936"/>
            <a:ext cx="1298448" cy="1700784"/>
          </a:xfrm>
          <a:prstGeom prst="roundRect">
            <a:avLst>
              <a:gd name="adj" fmla="val 7042"/>
            </a:avLst>
          </a:prstGeom>
          <a:solidFill>
            <a:srgbClr val="452D8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984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2048256" y="488289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2" name="Shape 29"/>
          <p:cNvSpPr/>
          <p:nvPr/>
        </p:nvSpPr>
        <p:spPr>
          <a:xfrm>
            <a:off x="5888736" y="4059936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F3F1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035040" y="429768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035040" y="4828032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和产品、兽医一起把评分口径谈清楚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7808976" y="4059936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F3F1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955280" y="429768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7955280" y="4828032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网页系统跑通，兽医可直接核对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9729216" y="4059936"/>
            <a:ext cx="1883664" cy="1700784"/>
          </a:xfrm>
          <a:prstGeom prst="roundRect">
            <a:avLst>
              <a:gd name="adj" fmla="val 5376"/>
            </a:avLst>
          </a:prstGeom>
          <a:solidFill>
            <a:srgbClr val="6A51B7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875520" y="429768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875520" y="4828032"/>
            <a:ext cx="1591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每只狗每天出结果，AI 版方案已验证可行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5943600"/>
            <a:ext cx="11091672" cy="512064"/>
          </a:xfrm>
          <a:prstGeom prst="roundRect">
            <a:avLst>
              <a:gd name="adj" fmla="val 17857"/>
            </a:avLst>
          </a:prstGeom>
          <a:solidFill>
            <a:srgbClr val="F3F1F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22960" y="594360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 —— 用户上传照片时辅助判断，口腔牙齿检测是额外做的验证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7132320" y="594360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我负责的算法：两大块，一块延伸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7857"/>
            </a:avLst>
          </a:prstGeom>
          <a:solidFill>
            <a:srgbClr val="D5D0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481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12080" y="1481328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12080" y="1481328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12" name="Shape 9"/>
          <p:cNvSpPr/>
          <p:nvPr/>
        </p:nvSpPr>
        <p:spPr>
          <a:xfrm>
            <a:off x="3163824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63824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3621024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059936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4059936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从项圈传感器数据判断狗在干什么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06824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6922008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22008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581144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81144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81144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81144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581144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用行为数据判断皮肤状况，是产品最终要的结论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65008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80192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680192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延伸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339328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339328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339328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皮肤照片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339328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39328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339328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用户上传照片时作为补充；口腔牙齿检测是额外做的验证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48640" y="517550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43" name="Shape 40"/>
          <p:cNvSpPr/>
          <p:nvPr/>
        </p:nvSpPr>
        <p:spPr>
          <a:xfrm>
            <a:off x="91440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1440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项圈数据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246888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283464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83464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475488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75488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667512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用户问答、用户上传照片可以加进来一起判断，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但默认没有 —— 多数情况只靠行为数据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SKIN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成果一：皮肤评估，两条路一起走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用户问答（可选 ＋ 用户照片）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用户问答和照片默认是没有的，所以多数情况只靠第一阶段的行为数据判断。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73936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6285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297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同样的数据量，人工投入随时间下降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65008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0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数据够了换更好的模型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39328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数据量少，传统方法更稳、更省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数据上来后可以上深度学习，上限更高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D5D0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90118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只，龙岗狗场 6 只已谈妥，长远按 30 → 50 → 70 → 100 → 150 只分阶段扩大。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三件事是连着的：狗多了数据才够，AI 预标准了人工才省，省下来的人力才能标更多数据、支撑更好的模型。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2026-09-10T10:19:52Z</dcterms:created>
  <dcterms:modified xsi:type="dcterms:W3CDTF">2026-09-10T10:19:52Z</dcterms:modified>
</cp:coreProperties>
</file>