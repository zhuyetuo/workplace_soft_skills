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" Target="slide13.xml"/><Relationship Id="rId7" Type="http://schemas.openxmlformats.org/officeDocument/2006/relationships/slide" Target="slide13.xml"/><Relationship Id="rId9" Type="http://schemas.openxmlformats.org/officeDocument/2006/relationships/slide" Target="slide14.xml"/><Relationship Id="rId10" Type="http://schemas.openxmlformats.org/officeDocument/2006/relationships/slide" Target="slide14.xml"/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8" Type="http://schemas.openxmlformats.org/officeDocument/2006/relationships/image" Target="../media/image-7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7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7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 · 皮肤评估 · 算法平台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2026-09-10T10:35:24Z</dcterms:created>
  <dcterms:modified xsi:type="dcterms:W3CDTF">2026-09-10T10:35:24Z</dcterms:modified>
</cp:coreProperties>
</file>