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行为识别能分辨四类：抓挠、活动、睡觉、没戴项圈。公司定的 8.31 目标是抓挠准确率不低于 85%，已达成。验证方法是拿没见过的狗测 —— 3 只狗训出来的模型在这 3 只上约 85%，换一只没见过的会掉，把它补进去重训，4 只又回到 85%。所以模型现在是靠见过才准，这也是下一步要加狗的原因。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待提升点我按「卡在什么上」分了三类：一类等数据，靠狗场加狗解决；一类等配合，需要测试同事、兽医、产品一起推，这类占了三项；还有一类是我自己要补的业务理解。分清性质才知道该找谁、该做什么。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下一步就是这三件事，而且是连着的：狗多了数据才够；模型越准 AI 预标越准，人工审核越来越省；省下来的人力能标更多数据，数据够了就能上深度学习，上限更高。现在数据量还不适合上深度学习，传统方法反而更稳。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" Target="slide13.xml"/><Relationship Id="rId7" Type="http://schemas.openxmlformats.org/officeDocument/2006/relationships/slide" Target="slide13.xml"/><Relationship Id="rId9" Type="http://schemas.openxmlformats.org/officeDocument/2006/relationships/slide" Target="slide14.xml"/><Relationship Id="rId10" Type="http://schemas.openxmlformats.org/officeDocument/2006/relationships/slide" Target="slide14.xml"/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8" Type="http://schemas.openxmlformats.org/officeDocument/2006/relationships/image" Target="../media/image-7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7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7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 · 皮肤评估 · 算法平台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6A51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346704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46704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44768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44768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942832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42832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4672" y="27980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2798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30368" y="2798064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30368" y="279806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980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343814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模型能不能用，看它在没见过的狗身上掉多少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只狗训练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只约 85%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6824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62856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补入第 4 只重训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62856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只都到 85%，误报变少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65008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321040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来一只单独测，来一批整批测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下一步：狗场先加 6 只（1-2 周）批量验证，之后按批次继续扩。以上为算法自测结果，尚未经测试同事验收。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皮肤评估：两条路一起走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用户问答，若有照片再加图像识别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424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图像识别是延伸出来的一块：用户上传照片时参与第二阶段判断；口腔牙齿检测是额外做的验证。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用户问答和照片默认没有，所以多数情况只靠第一阶段的行为数据。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待提升点：分清卡在什么上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2926080" cy="3785616"/>
          </a:xfrm>
          <a:prstGeom prst="roundRect">
            <a:avLst>
              <a:gd name="adj" fmla="val 3125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等数据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340864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2359152"/>
            <a:ext cx="24871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0976" y="24505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277977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狗场先加 6 只，按批次继续扩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12464" y="1517904"/>
            <a:ext cx="4754880" cy="3785616"/>
          </a:xfrm>
          <a:prstGeom prst="roundRect">
            <a:avLst>
              <a:gd name="adj" fmla="val 2415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等配合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33488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31920" y="2359152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114800" y="24505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还没经过测试与线上验证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27797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推动测试同事介入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931920" y="3328416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14800" y="34198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皮肤评分标准要校准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74904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请兽医标注真实病例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931920" y="4297680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114800" y="438912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松动检测还没做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471830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先和产品、兽医对齐判定标准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705088" y="1517904"/>
            <a:ext cx="2935224" cy="3785616"/>
          </a:xfrm>
          <a:prstGeom prst="roundRect">
            <a:avLst>
              <a:gd name="adj" fmla="val 3115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924544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24544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靠自己补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05064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924544" y="23591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07424" y="245059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2779776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系统补充宠物皮肤健康知识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D5D0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41248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五项里有三项卡在需要别人配合 —— 这也是我下一步要主动去推的地方。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37360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976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06824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2856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628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29784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81144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9160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平台上线 AI 自动标注，把人力省下来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65008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3210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887968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换更好的模型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339328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数据少时传统方法更稳、更省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39328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467344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数据上来后上深度学习，上限更高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974336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D5D0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291840" y="510235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狗多了数据才够，AI 预标准了人工才省，省下来的人力才能标更多数据、支撑更好的模型。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目标：让算法从「能认出行为」走向「能给出可信的健康结论」。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2026-09-10T10:41:20Z</dcterms:created>
  <dcterms:modified xsi:type="dcterms:W3CDTF">2026-09-10T10:41:20Z</dcterms:modified>
</cp:coreProperties>
</file>