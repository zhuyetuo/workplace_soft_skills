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这一页先把范围说清楚：我负责的是两大块 —— 行为识别和皮肤健康评估，行为识别的结果是皮肤评估的输入。图像识别是延伸出来的一块，用户上传照片时作为补充，口腔牙齿检测是额外做的可行性验证。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这一页讲的是怎么继续把它做好。三件事是互相咬合的：样本个体不够，模型换新狗就不稳；标注要人工审核，但模型越准 AI 预标越准，人工只做核对，投入会越来越省；省下来的人力能标更多数据，数据够了就能换更好的模型，上限更高。现在数据量还不适合上深度学习，传统方法反而更稳。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" Target="slide14.xml"/><Relationship Id="rId7" Type="http://schemas.openxmlformats.org/officeDocument/2006/relationships/slide" Target="slide14.xml"/><Relationship Id="rId9" Type="http://schemas.openxmlformats.org/officeDocument/2006/relationships/slide" Target="slide15.xml"/><Relationship Id="rId10" Type="http://schemas.openxmlformats.org/officeDocument/2006/relationships/slide" Target="slide15.xml"/><Relationship Id="rId1" Type="http://schemas.openxmlformats.org/officeDocument/2006/relationships/image" Target="../media/image-8-1.png"/><Relationship Id="rId2" Type="http://schemas.openxmlformats.org/officeDocument/2006/relationships/video" Target="../media/media-8-2.mp4"/><Relationship Id="rId3" Type="http://schemas.microsoft.com/office/2007/relationships/media" Target="../media/media-8-2.mp4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8" Type="http://schemas.openxmlformats.org/officeDocument/2006/relationships/image" Target="../media/image-8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算法全景 · 皮肤评估 · 怎么做得更好 · 效果演示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只，但没有采集流程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我负责的算法：两大块，一块延伸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11091672" cy="512064"/>
          </a:xfrm>
          <a:prstGeom prst="roundRect">
            <a:avLst>
              <a:gd name="adj" fmla="val 17857"/>
            </a:avLst>
          </a:prstGeom>
          <a:solidFill>
            <a:srgbClr val="D5D0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" y="1481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481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212080" y="1481328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212080" y="1481328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4813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452D8D"/>
          </a:solidFill>
          <a:ln/>
        </p:spPr>
      </p:sp>
      <p:sp>
        <p:nvSpPr>
          <p:cNvPr id="12" name="Shape 9"/>
          <p:cNvSpPr/>
          <p:nvPr/>
        </p:nvSpPr>
        <p:spPr>
          <a:xfrm>
            <a:off x="3163824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63824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22960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22960" y="3621024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21024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059936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22960" y="4059936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从项圈传感器数据判断狗在干什么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306824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6922008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922008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581144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581144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581144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581144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81144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4581144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用行为数据判断皮肤状况，是产品最终要的结论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065008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80192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0680192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延伸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339328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339328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339328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皮肤照片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8339328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339328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339328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用户上传照片时作为补充；口腔牙齿检测是额外做的验证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48640" y="517550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43" name="Shape 40"/>
          <p:cNvSpPr/>
          <p:nvPr/>
        </p:nvSpPr>
        <p:spPr>
          <a:xfrm>
            <a:off x="91440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91440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项圈数据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246888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283464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83464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475488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75488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6675120" y="5303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用户问答、用户上传照片可以加进来一起判断，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但默认没有 —— 多数情况只靠行为数据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SKIN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成果一：皮肤评估，两条路一起走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用户问答（可选 ＋ 用户照片）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用户问答和照片默认是没有的，所以多数情况只靠第一阶段的行为数据判断。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HOW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73936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06824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4562856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62856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129784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4581144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同样的数据量，人工投入随时间下降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65008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8321040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87968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数据够了换更好的模型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8339328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数据量少，传统方法更稳、更省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数据上来后可以上深度学习，上限更高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475488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D5D0F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2960" y="490118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只，龙岗狗场 6 只已谈妥，长远按 30 → 50 → 70 → 100 → 150 只分阶段扩大。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三件事是连着的：狗多了数据才够，AI 预标准了人工才省，省下来的人力才能标更多数据、支撑更好的模型。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2026-09-10T10:09:54Z</dcterms:created>
  <dcterms:modified xsi:type="dcterms:W3CDTF">2026-09-10T10:09:54Z</dcterms:modified>
</cp:coreProperties>
</file>