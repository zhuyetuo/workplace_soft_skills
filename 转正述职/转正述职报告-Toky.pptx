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这一页先把范围说清楚：我负责的是两大块 —— 行为识别和皮肤健康评估，行为识别的结果是皮肤评估的输入。图像识别是延伸出来的一块，用户上传照片时作为补充，口腔牙齿检测是额外做的可行性验证。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两条路一起走的原因：规则版是 PM 和兽医定的，解释性好，兽医愿意核对，但上限受限于人能想到的规则；AI 版是把业务规则和兽医临床经验提炼成特征让模型学，上限更高，但要真实病例数据才能训好，现在只用合成数据验证了方案可行。AI 版分两阶段：先用行为数据出一个皮肤等级，如果用户回答了问题、上传了照片，第二阶段再综合判断。但用户互动默认没有，所以多数时候是第一阶段在起作用。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这一页讲的是怎么继续把它做好。三件事是互相咬合的：样本个体不够，模型换新狗就不稳；标注要人工审核，但模型越准 AI 预标越准，人工只做核对，投入会越来越省；省下来的人力能标更多数据，数据够了就能换更好的模型，上限更高。现在数据量还不适合上深度学习，传统方法反而更稳。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" Target="slide14.xml"/><Relationship Id="rId7" Type="http://schemas.openxmlformats.org/officeDocument/2006/relationships/slide" Target="slide14.xml"/><Relationship Id="rId9" Type="http://schemas.openxmlformats.org/officeDocument/2006/relationships/slide" Target="slide15.xml"/><Relationship Id="rId10" Type="http://schemas.openxmlformats.org/officeDocument/2006/relationships/slide" Target="slide15.xml"/><Relationship Id="rId1" Type="http://schemas.openxmlformats.org/officeDocument/2006/relationships/image" Target="../media/image-8-1.png"/><Relationship Id="rId2" Type="http://schemas.openxmlformats.org/officeDocument/2006/relationships/video" Target="../media/media-8-2.mp4"/><Relationship Id="rId3" Type="http://schemas.microsoft.com/office/2007/relationships/media" Target="../media/media-8-2.mp4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8" Type="http://schemas.openxmlformats.org/officeDocument/2006/relationships/image" Target="../media/image-8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8.xml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8.xml"/><Relationship Id="rId3" Type="http://schemas.openxmlformats.org/officeDocument/2006/relationships/image" Target="../media/image-1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算法全景 · 皮肤评估 · 怎么做得更好 · 效果演示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可采集的狗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只，但没有采集流程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我负责的算法：两大块，一块延伸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11091672" cy="512064"/>
          </a:xfrm>
          <a:prstGeom prst="roundRect">
            <a:avLst>
              <a:gd name="adj" fmla="val 17857"/>
            </a:avLst>
          </a:prstGeom>
          <a:solidFill>
            <a:srgbClr val="D5D0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" y="14813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4813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212080" y="1481328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212080" y="1481328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14813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452D8D"/>
          </a:solidFill>
          <a:ln/>
        </p:spPr>
      </p:sp>
      <p:sp>
        <p:nvSpPr>
          <p:cNvPr id="12" name="Shape 9"/>
          <p:cNvSpPr/>
          <p:nvPr/>
        </p:nvSpPr>
        <p:spPr>
          <a:xfrm>
            <a:off x="3163824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63824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主线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22960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22960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22960" y="3621024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621024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4059936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22960" y="4059936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从项圈传感器数据判断狗在干什么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306824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6922008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922008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主线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581144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581144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581144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581144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581144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4581144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用行为数据判断皮肤状况，是产品最终要的结论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8065008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10680192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0680192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延伸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339328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图像识别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8339328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339328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皮肤照片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8339328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339328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8339328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用户上传照片时作为补充；口腔牙齿检测是额外做的验证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48640" y="5175504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43" name="Shape 40"/>
          <p:cNvSpPr/>
          <p:nvPr/>
        </p:nvSpPr>
        <p:spPr>
          <a:xfrm>
            <a:off x="91440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91440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项圈数据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2468880" y="5394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283464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83464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5394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475488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475488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6675120" y="53035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用户问答、用户上传照片可以加进来一起判断，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但默认没有 —— 多数情况只靠行为数据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SKIN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成果一：皮肤评估，两条路一起走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与兽医主导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兽医好核对、好调整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上限不高，靠人定规则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08776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452D8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83096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把业务规则和兽医临床经验变成特征，让模型学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83096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上限更高，能自己找规律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已用合成数据验证方案可行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要真实病例数据才能真正训好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版怎么判断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26110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26110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第一阶段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42611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行为数据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261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2611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皮肤等级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D5D0F7"/>
          </a:solidFill>
          <a:ln/>
        </p:spPr>
      </p:sp>
      <p:sp>
        <p:nvSpPr>
          <p:cNvPr id="21" name="Shape 18"/>
          <p:cNvSpPr/>
          <p:nvPr/>
        </p:nvSpPr>
        <p:spPr>
          <a:xfrm>
            <a:off x="768096" y="508406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7BA5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8096" y="50840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第二阶段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03120" y="50840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用户问答（可选 ＋ 用户照片）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084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综合评估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用户问答和照片默认是没有的，所以多数情况只靠第一阶段的行为数据判断。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HOW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成果二：要做得更好，关键是这三件事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73936"/>
            <a:ext cx="457200" cy="457200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样本要更多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现在只有 4 只狗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个体越多，模型换一只没见过的狗才稳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只，之后按批次继续扩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06824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4562856" y="1773936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62856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129784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标注要人工审核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4581144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但会越来越省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81144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模型越准，AI 预标越准，人只需核对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同样的数据量，人工投入随时间下降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65008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8321040" y="1773936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87968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数据够了换更好的模型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8339328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现在的数据量还不够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数据量少，传统方法更稳、更省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数据上来后可以上深度学习，上限更高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475488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D5D0F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2960" y="490118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→ 4 只，龙岗狗场 6 只已谈妥，长远按 30 → 50 → 70 → 100 → 150 只分阶段扩大。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三件事是连着的：狗多了数据才够，AI 预标准了人工才省，省下来的人力才能标更多数据、支撑更好的模型。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一只狗一天录 24 段、每段 1 小时，早期只能靠人从头看到尾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93776" y="2304288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62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2359152"/>
            <a:ext cx="6720840" cy="31852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48640" y="561753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571232" y="23591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552944" y="272491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8" name="Shape 24"/>
          <p:cNvSpPr/>
          <p:nvPr/>
        </p:nvSpPr>
        <p:spPr>
          <a:xfrm>
            <a:off x="7735824" y="28712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35824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193024" y="2770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31" name="Text 27"/>
          <p:cNvSpPr txBox="1"/>
          <p:nvPr/>
        </p:nvSpPr>
        <p:spPr>
          <a:xfrm>
            <a:off x="8193024" y="3026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7552944" y="344728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33" name="Shape 29"/>
          <p:cNvSpPr/>
          <p:nvPr/>
        </p:nvSpPr>
        <p:spPr>
          <a:xfrm>
            <a:off x="7735824" y="359359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735824" y="3593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193024" y="34930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36" name="Text 32"/>
          <p:cNvSpPr txBox="1"/>
          <p:nvPr/>
        </p:nvSpPr>
        <p:spPr>
          <a:xfrm>
            <a:off x="8193024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7552944" y="4169664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38" name="Shape 34"/>
          <p:cNvSpPr/>
          <p:nvPr/>
        </p:nvSpPr>
        <p:spPr>
          <a:xfrm>
            <a:off x="7735824" y="4315968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735824" y="4315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193024" y="42153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8193024" y="44714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7552944" y="489204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43" name="Shape 39"/>
          <p:cNvSpPr/>
          <p:nvPr/>
        </p:nvSpPr>
        <p:spPr>
          <a:xfrm>
            <a:off x="7735824" y="503834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735824" y="5038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8193024" y="49377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8193024" y="5193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548640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48" name="Shape 44"/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49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819370"/>
            <a:ext cx="1371600" cy="650796"/>
          </a:xfrm>
          <a:prstGeom prst="rect">
            <a:avLst/>
          </a:prstGeom>
        </p:spPr>
      </p:pic>
      <p:sp>
        <p:nvSpPr>
          <p:cNvPr id="50" name="Shape 45">
            <a:hlinkClick r:id="rId7" tooltip="点击放大" action="ppaction://hlinksldjump"/>
          </p:cNvPr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2231136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2" name="Text 47"/>
          <p:cNvSpPr txBox="1"/>
          <p:nvPr/>
        </p:nvSpPr>
        <p:spPr>
          <a:xfrm>
            <a:off x="2231136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53" name="Text 48"/>
          <p:cNvSpPr txBox="1"/>
          <p:nvPr/>
        </p:nvSpPr>
        <p:spPr>
          <a:xfrm>
            <a:off x="2231136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6208776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55" name="Shape 50"/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56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2705" y="5760720"/>
            <a:ext cx="852926" cy="768096"/>
          </a:xfrm>
          <a:prstGeom prst="rect">
            <a:avLst/>
          </a:prstGeom>
        </p:spPr>
      </p:pic>
      <p:sp>
        <p:nvSpPr>
          <p:cNvPr id="57" name="Shape 51">
            <a:hlinkClick r:id="rId10" tooltip="点击放大" action="ppaction://hlinksldjump"/>
          </p:cNvPr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Text 52"/>
          <p:cNvSpPr txBox="1"/>
          <p:nvPr/>
        </p:nvSpPr>
        <p:spPr>
          <a:xfrm>
            <a:off x="7891272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9" name="Text 53"/>
          <p:cNvSpPr txBox="1"/>
          <p:nvPr/>
        </p:nvSpPr>
        <p:spPr>
          <a:xfrm>
            <a:off x="7891272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60" name="Text 54"/>
          <p:cNvSpPr txBox="1"/>
          <p:nvPr/>
        </p:nvSpPr>
        <p:spPr>
          <a:xfrm>
            <a:off x="7891272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61" name="Text 5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6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2026-09-10T10:04:56Z</dcterms:created>
  <dcterms:modified xsi:type="dcterms:W3CDTF">2026-09-10T10:04:56Z</dcterms:modified>
</cp:coreProperties>
</file>