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 F1 不低于 85%，已达成。然后讲泛化。三只狗训出来的模型在训练个体上约 85%，换一只没见过的马尔济斯会掉到 75% 左右且误报变多；把它的数据补进去重训，四只又回到 85%。所以我建立的做法是：每引入新个体就做一次泛化检验。狗场先加 6 只。数字是算法侧数据集测的，还没经测试同事验收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每来一只新狗就测一次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换只没见过的狗，看还准不准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周），跑完再逐步扩大，每一轮都拿新来的狗重新检验一次。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已能识别，线上待接入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教算法认识「抓挠」要靠人一段段标视频 —— 这是最耗人的环节，也是最值得让 AI 分担的环节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以前要一帧帧从头标，现在只需核对和修正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拿不准的主动挑出来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自己没把握的片段会推给人看，人力花在最有价值的地方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2026-09-10T06:30:04Z</dcterms:created>
  <dcterms:modified xsi:type="dcterms:W3CDTF">2026-09-10T06:30:04Z</dcterms:modified>
</cp:coreProperties>
</file>