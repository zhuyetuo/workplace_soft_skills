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这一页是全篇的骨架。我想强调的不是某个具体分数，而是这六件事在我来之前都不存在，现在都跑通了，而且是彼此打通的一条链路。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先交代目标：8月31日要求抓挠识别准确率不低于 85%，已达成。然后讲验证方法。三只狗训出来的模型在训练个体上约 85%，换一只没见过的马尔济斯会掉到 75% 左右且误报变多；把它的数据补进去重训，四只又回到 85%。所以我的做法是分两条路：单只新增就单独精测，一次来一批就整批测，看具体情况定。狗场先加 6 只做批量验证。数字是算法侧数据集测的，还没经测试同事验收 —— 这点在待提升页会讲。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行为识别四分类已成型；皮肤评估采取规则版与ML版双线并行，在数据不充足时降低单线失败风险。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这四套系统是试用期最实在的产出。采集解决数据从哪来，平台解决数据怎么变成标注，训练解决模型怎么出来，服务解决模型怎么用起来。四套打通，算法才能自己转起来。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这里先说清楚起点：一开始没有可用模型，标注全靠人工。一只狗一天录 24 段、每段一小时，人要从头看到尾，根本看不完。现在 AI 先把候选片段标出来，还会把可能认错、可能漏掉的单独挑出来，人只看这些重点。平台是我认为试用期最有复用价值的产出。它把采集、标注、训练、测试、服务串成一条链路，三套算法都跑在上面。最关键的两个机制是 AI 预标注和疑似片段主动召回 —— 前者把人从重复劳动里解放出来，后者让人力集中在模型最不确定的地方。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现场点开视频播放，另外两项在浏览器里现场演示。重点讲两个机制：AI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数据资源不能被动等待。从模拟数据起步，到影棚落地，再到狗场合作谈成，这条线是我主动推动的。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算法虽然只有我一个人，但工作是高度依赖协作的。我也会主动提出自己的判断，而不只是执行。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video" Target="../media/media-9-2.mp4"/><Relationship Id="rId3" Type="http://schemas.microsoft.com/office/2007/relationships/media" Target="../media/media-9-2.mp4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233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3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算法能力 · 系统平台 · 效果演示 · 数据资源 · 跨团队协作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77393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4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所属部门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用户增长研发部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月中旬（试用期至 10.12）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狗的行为识别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把项圈采到的数据，变成主人能看懂、也能放心的健康结论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从零建立采集与标注流程，数据质量决定算法上限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教会算法识别狗的行为，并据此判断健康状况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把算法做成产品能直接调用的服务，能上线才算数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试用期关键成果：从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入职时这六件事一件都没有，现在都跑通了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86384" y="17373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66744" y="1737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638544" y="1737360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8483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6384" y="22311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看懂狗在干什么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24942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没有模型，没有数据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72784" y="230428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38544" y="221284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能分辨抓挠、活动、睡觉、没戴项圈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2761488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6384" y="29077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判断皮肤健不健康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0" y="29260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没有方案，也没有判断标准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272784" y="2980944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638544" y="288950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每天自动给出每只狗的健康评分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48640" y="3438144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86384" y="358444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把数据采回来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657600" y="360273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没有设备，没有场地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72784" y="3657600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38544" y="35661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个摄像头 + 12 个项圈，无人值守自动采集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48640" y="4114800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6384" y="426110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把数据整理好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3657600" y="427939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没有工具，没有流程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272784" y="4334256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638544" y="4242816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自建标注平台，AI 先标、多人协同核对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48640" y="4791456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3F1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86384" y="4937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让产品用起来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3657600" y="49560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272784" y="5010912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38544" y="491947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已交付后端上线，App 里能看到算法结果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48640" y="5468112"/>
            <a:ext cx="11091672" cy="585216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86384" y="56144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有多少只狗可采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3657600" y="56327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只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272784" y="5687568"/>
            <a:ext cx="219456" cy="146304"/>
          </a:xfrm>
          <a:prstGeom prst="roundRect">
            <a:avLst>
              <a:gd name="adj" fmla="val 25000"/>
            </a:avLst>
          </a:prstGeom>
          <a:solidFill>
            <a:srgbClr val="FCC279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638544" y="5596128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4 只，狗场 6 只待进场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 45% → 87%，16 周无停滞。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CORE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成果一：让项圈看懂狗在干什么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能分辨抓挠、活动、睡觉、没戴项圈，并建立了一套「换只狗还准不准」的检验方法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739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17739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抓挠识别准确率 ≥ 85%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358384" y="1773936"/>
            <a:ext cx="786384" cy="292608"/>
          </a:xfrm>
          <a:prstGeom prst="roundRect">
            <a:avLst>
              <a:gd name="adj" fmla="val 21875"/>
            </a:avLst>
          </a:prstGeom>
          <a:solidFill>
            <a:srgbClr val="FCC27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58384" y="1773936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已达成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17739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→ DVT 阶段评审节点，算法侧均按期完成对接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F3F1FF"/>
          </a:solidFill>
          <a:ln/>
        </p:spPr>
      </p:sp>
      <p:sp>
        <p:nvSpPr>
          <p:cNvPr id="13" name="Shape 10"/>
          <p:cNvSpPr/>
          <p:nvPr/>
        </p:nvSpPr>
        <p:spPr>
          <a:xfrm>
            <a:off x="786384" y="256032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86384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335024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用影棚 3 只狗的数据训练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 3 只狗准确率约 85%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306824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4544568" y="256032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44568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093208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1144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把第 4 只狗的数据也补进去重训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4581144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只狗准确率都到 85%，误报变少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065008" y="2359152"/>
            <a:ext cx="3575304" cy="2084832"/>
          </a:xfrm>
          <a:prstGeom prst="roundRect">
            <a:avLst>
              <a:gd name="adj" fmla="val 4386"/>
            </a:avLst>
          </a:prstGeom>
          <a:solidFill>
            <a:srgbClr val="452D8D"/>
          </a:solidFill>
          <a:ln/>
        </p:spPr>
      </p:sp>
      <p:sp>
        <p:nvSpPr>
          <p:cNvPr id="25" name="Shape 22"/>
          <p:cNvSpPr/>
          <p:nvPr/>
        </p:nvSpPr>
        <p:spPr>
          <a:xfrm>
            <a:off x="8302752" y="2560320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302752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851392" y="25968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怎么验证靠不靠谱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339328" y="3108960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来一只就单独测，来一批就整批测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339328" y="3493008"/>
            <a:ext cx="303580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换没见过的狗，看还准不准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8640" y="4645152"/>
            <a:ext cx="11091672" cy="969264"/>
          </a:xfrm>
          <a:prstGeom prst="roundRect">
            <a:avLst>
              <a:gd name="adj" fmla="val 9434"/>
            </a:avLst>
          </a:prstGeom>
          <a:solidFill>
            <a:srgbClr val="D5D0F7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04672" y="486460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2194560" y="4828032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只（1-2 周）做一次批量验证，之后按批次逐步扩大；单只新增就单独测，看具体情况定。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58155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以上为算法自测结果，尚未经测试同事验收。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CAPABILITY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成果二：从「抓了多少次」到「皮肤健不健康」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能识别的四种状态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883664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9659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311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稳定版 v2，4 只狗验证可用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138928" y="2075688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138928" y="207568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48640" y="2642616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27249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29900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138928" y="2834640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38928" y="283464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3401568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4838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 / 休息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37490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138928" y="3593592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38928" y="3593592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" y="4160520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04672" y="42428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没戴项圈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079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基础可用，线上待接入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138928" y="4352544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38928" y="4352544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345936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两种打分方式，都已跑通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327648" y="1883664"/>
            <a:ext cx="5312664" cy="1481328"/>
          </a:xfrm>
          <a:prstGeom prst="roundRect">
            <a:avLst>
              <a:gd name="adj" fmla="val 6173"/>
            </a:avLst>
          </a:prstGeom>
          <a:solidFill>
            <a:srgbClr val="F3F1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565392" y="20299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规则版：按兽医定的规则打分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网页系统已完成，兽医可直接填写问诊记录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自动接入每天的抓挠统计，算出健康等级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每一分怎么来的都能说清楚，方便兽医核对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327648" y="3511296"/>
            <a:ext cx="5312664" cy="1700784"/>
          </a:xfrm>
          <a:prstGeom prst="roundRect">
            <a:avLst>
              <a:gd name="adj" fmla="val 5376"/>
            </a:avLst>
          </a:prstGeom>
          <a:solidFill>
            <a:srgbClr val="452D8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565392" y="36576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学习版：让模型自己从数据里学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3968496"/>
            <a:ext cx="4846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第一步：由行为数据判断皮肤等级，每天自动跑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第二步：结合主人的问答，给出综合评估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方案已验证可行，等真实病例数据再训练一轮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每只狗有自己的「正常水平」作参照，已在内部每天运行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35838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04672" y="55412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当前状态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2651760" y="550468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整条路已经跑通，每天自动出结果，方向验证可行。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SYSTEMS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成果三：把整条流水线搭起来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采数据、理数据、练模型、上线用，四个环节都自己搭，而且是打通的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把数据采回来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663440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663440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数据入口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摄像头 + 项圈同步录制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个摄像头 + 12 个项圈，开机自动录、每天自动归档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画面和项圈数据严丝合缝对上，这是能标注的前提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打通了自研项圈的数据读取，也兼容外购设备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208776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3096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把数据整理好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10323576" y="188366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323576" y="188366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数据加工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自建标注平台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483096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任务分发、领取、审核、复核，多人可同时干活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自己搭的平台替换了原来的开源工具，老数据全部迁过来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 → 人工核对 → 训练模型 → 直接换上新模型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8640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把模型练出来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4663440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663440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模型产出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多种方案横向比较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多种模型方案横向比较，挑效果最好的用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自己写了评测方法，能发现「一次抓挠被切成好几段」这类错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皮肤评分同时试了三条路线，避免押注单一方案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08776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3096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让产品用起来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10323576" y="4078224"/>
            <a:ext cx="1078992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323576" y="407822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线上落地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92240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每天自动出结果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483096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 15 秒处理一批新数据，每天凌晨自动出评估结果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按用户所在时区切分「一天」，避免时差算错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核心逻辑都有自动化测试兜底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已交付后端并完成外网部署，App 里能看到结果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0899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四套系统均配有完整设计文档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成果四：AI 先干粗活，人只做把关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早期没有可用模型，只能纯人工标注 —— 一只狗一天录 24 段、每段 1 小时，靠人从头看到尾，费时又费人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采集数据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训练模型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测试效果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上线使用</a:t>
            </a:r>
            <a:endParaRPr lang="en-US" sz="1150" dirty="0"/>
          </a:p>
        </p:txBody>
      </p:sp>
      <p:pic>
        <p:nvPicPr>
          <p:cNvPr id="23" name="Image 1" descr="media/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50592"/>
            <a:ext cx="6035040" cy="286207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8640" y="538581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标注核对界面：三路画面与项圈数据同步回看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803136" y="2450592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26" name="Shape 22"/>
          <p:cNvSpPr/>
          <p:nvPr/>
        </p:nvSpPr>
        <p:spPr>
          <a:xfrm>
            <a:off x="7004304" y="2688336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004304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498080" y="25603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先标，人只做核对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498080" y="2834640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模型先给出候选片段，人从「一帧帧从头标」变成「核对和修正」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803136" y="3447288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1" name="Shape 27"/>
          <p:cNvSpPr/>
          <p:nvPr/>
        </p:nvSpPr>
        <p:spPr>
          <a:xfrm>
            <a:off x="7004304" y="3685032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004304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7498080" y="35570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可疑的也一并挑出来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498080" y="3831336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可能认错的、可能漏掉的都单独列出，人重点看这些，不用整段翻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803136" y="4443984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6" name="Shape 32"/>
          <p:cNvSpPr/>
          <p:nvPr/>
        </p:nvSpPr>
        <p:spPr>
          <a:xfrm>
            <a:off x="7004304" y="4681728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7004304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498080" y="455371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多人可以一起干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7498080" y="4828032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任务分发领取、逐条或整份通过，不同角色只看该看的数据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548640" y="5760720"/>
            <a:ext cx="11091672" cy="658368"/>
          </a:xfrm>
          <a:prstGeom prst="roundRect">
            <a:avLst>
              <a:gd name="adj" fmla="val 13889"/>
            </a:avLst>
          </a:prstGeom>
          <a:solidFill>
            <a:srgbClr val="452D8D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804672" y="59618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平台承载的算法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2743200" y="594360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平台上同时跑着：行为识别　·　皮肤健康评估　·　口腔牙齿检测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02.5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算法效果演示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3776" y="1591056"/>
            <a:ext cx="6830568" cy="3294960"/>
          </a:xfrm>
          <a:prstGeom prst="roundRect">
            <a:avLst>
              <a:gd name="adj" fmla="val 2220"/>
            </a:avLst>
          </a:prstGeom>
          <a:solidFill>
            <a:srgbClr val="452D8D"/>
          </a:solidFill>
          <a:ln/>
        </p:spPr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1645920"/>
            <a:ext cx="6720840" cy="31852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4977456"/>
            <a:ext cx="672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7571232" y="16459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抓挠检出与人工核对  —  请看四处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7552944" y="2011680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0" name="Shape 6"/>
          <p:cNvSpPr/>
          <p:nvPr/>
        </p:nvSpPr>
        <p:spPr>
          <a:xfrm>
            <a:off x="7735824" y="215798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735824" y="2157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193024" y="20574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8193024" y="23134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三个摄像头与项圈数据共用一条时间轴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7552944" y="2734056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5" name="Shape 11"/>
          <p:cNvSpPr/>
          <p:nvPr/>
        </p:nvSpPr>
        <p:spPr>
          <a:xfrm>
            <a:off x="7735824" y="288036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735824" y="2880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8193024" y="27797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标出的片段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8193024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11.7 秒抓挠，把握 88%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7552944" y="3456432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D5D0F7"/>
          </a:solidFill>
          <a:ln/>
        </p:spPr>
      </p:sp>
      <p:sp>
        <p:nvSpPr>
          <p:cNvPr id="20" name="Shape 16"/>
          <p:cNvSpPr/>
          <p:nvPr/>
        </p:nvSpPr>
        <p:spPr>
          <a:xfrm>
            <a:off x="7735824" y="3602736"/>
            <a:ext cx="347472" cy="347472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735824" y="3602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8193024" y="350215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拿不准的片段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8193024" y="37581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没把握的地方单独挑出，等人判断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7552944" y="4178808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5" name="Shape 21"/>
          <p:cNvSpPr/>
          <p:nvPr/>
        </p:nvSpPr>
        <p:spPr>
          <a:xfrm>
            <a:off x="7735824" y="432511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735824" y="4325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8193024" y="422452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28" name="Text 24"/>
          <p:cNvSpPr txBox="1"/>
          <p:nvPr/>
        </p:nvSpPr>
        <p:spPr>
          <a:xfrm>
            <a:off x="8193024" y="4480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认领修改 / 整份通过，多人可同时进行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548640" y="5010912"/>
            <a:ext cx="5431536" cy="1298448"/>
          </a:xfrm>
          <a:prstGeom prst="roundRect">
            <a:avLst>
              <a:gd name="adj" fmla="val 7042"/>
            </a:avLst>
          </a:prstGeom>
          <a:solidFill>
            <a:srgbClr val="F3F1FF"/>
          </a:solidFill>
          <a:ln/>
        </p:spPr>
      </p:sp>
      <p:sp>
        <p:nvSpPr>
          <p:cNvPr id="30" name="Shape 26"/>
          <p:cNvSpPr/>
          <p:nvPr/>
        </p:nvSpPr>
        <p:spPr>
          <a:xfrm>
            <a:off x="713232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452D8D"/>
          </a:solidFill>
          <a:ln/>
        </p:spPr>
      </p:sp>
      <p:pic>
        <p:nvPicPr>
          <p:cNvPr id="31" name="Image 1" descr="media/platfor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213256"/>
            <a:ext cx="1883664" cy="893759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2761488" y="526694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250" dirty="0"/>
          </a:p>
        </p:txBody>
      </p:sp>
      <p:sp>
        <p:nvSpPr>
          <p:cNvPr id="33" name="Text 28"/>
          <p:cNvSpPr txBox="1"/>
          <p:nvPr/>
        </p:nvSpPr>
        <p:spPr>
          <a:xfrm>
            <a:off x="2761488" y="557784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每只狗每天自动出佩戴时长、抓挠统计与健康评分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6208776" y="5010912"/>
            <a:ext cx="5431536" cy="1298448"/>
          </a:xfrm>
          <a:prstGeom prst="roundRect">
            <a:avLst>
              <a:gd name="adj" fmla="val 7042"/>
            </a:avLst>
          </a:prstGeom>
          <a:solidFill>
            <a:srgbClr val="F3F1FF"/>
          </a:solidFill>
          <a:ln/>
        </p:spPr>
      </p:sp>
      <p:sp>
        <p:nvSpPr>
          <p:cNvPr id="35" name="Shape 30"/>
          <p:cNvSpPr/>
          <p:nvPr/>
        </p:nvSpPr>
        <p:spPr>
          <a:xfrm>
            <a:off x="6373368" y="5120640"/>
            <a:ext cx="1883664" cy="1078992"/>
          </a:xfrm>
          <a:prstGeom prst="roundRect">
            <a:avLst>
              <a:gd name="adj" fmla="val 5085"/>
            </a:avLst>
          </a:prstGeom>
          <a:solidFill>
            <a:srgbClr val="452D8D"/>
          </a:solidFill>
          <a:ln/>
        </p:spPr>
      </p:sp>
      <p:pic>
        <p:nvPicPr>
          <p:cNvPr id="36" name="Image 2" descr="media/tart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6121" y="5120640"/>
            <a:ext cx="1198158" cy="1078992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8421624" y="5266944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250" dirty="0"/>
          </a:p>
        </p:txBody>
      </p:sp>
      <p:sp>
        <p:nvSpPr>
          <p:cNvPr id="38" name="Text 32"/>
          <p:cNvSpPr txBox="1"/>
          <p:nvPr/>
        </p:nvSpPr>
        <p:spPr>
          <a:xfrm>
            <a:off x="8421624" y="557784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上传照片即可判断正常或异常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02.6  DATA ASSETS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成果五：从没有一只狗，到 10 只狗可采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从没有一条数据可用，到每天都有稳定的数据进来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先用模拟数据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真实数据还没有，自己造数据把流程跑通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98064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3017520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017520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拿到第一批真数据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影棚开始采集，解决了画面与数据对不齐的老问题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47488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5266944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266944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266944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采集流程定型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266944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方案固定下来，狗增加到 3 只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296912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516368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516368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516368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为规模化铺路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7516368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输出采集方案供商务谈合作，转向龙岗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546336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9765792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765792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狗场谈成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9765792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龙岗实地考察通过，6 间犬舍 6 只狗可采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48640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452D8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04672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可采集犬只资源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97433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0 → 4 只　·　龙岗狗场 6 只已谈妥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303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长远按 30 → 50 → 70 → 100 → 150 只分阶段扩大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208776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D5D0F7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464808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主动推动的关键判断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6483096" y="4974336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沙井狗场报价 1000 元一只一天，判断不划算果断放弃，转向龙岗并推动谈成。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02.7  COLLABORATION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成果六：推动跨团队把事情落地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68096" y="1737360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8096" y="173736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084832" y="1645920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配合调整数据存储方式；交付算法服务，后端完成部署，全链路跑通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340864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523744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523744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084832" y="2432304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对接、明确算法边界、皮肤评估方案共同推敲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3127248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31012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8096" y="331012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硬件厂商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084832" y="3218688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查出并反馈设备丢数据、蓝牙断连的问题，推动修复与交付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3913632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4096512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8096" y="4096512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 / 产品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084832" y="4005072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示范标注工具，建立协同分工，推动兽医参与评估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4700016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4882896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488289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 / 项目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2084832" y="4791456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预留测试接口；推动算法在 ONES 单独立项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10144" y="1554480"/>
            <a:ext cx="3630168" cy="3931920"/>
          </a:xfrm>
          <a:prstGeom prst="roundRect">
            <a:avLst>
              <a:gd name="adj" fmla="val 2519"/>
            </a:avLst>
          </a:prstGeom>
          <a:solidFill>
            <a:srgbClr val="452D8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247888" y="1737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主动响应与建议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247888" y="212140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天做出口腔识别原型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266176" y="2377440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产品提出这个方向后，当天做出可用原型，验证了这条路走不走得通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8247888" y="298094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质疑现有判断标准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8266176" y="323697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实测一晚抓挠 10-20 次但皮肤没问题，提出标准需要重新调研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247888" y="384048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建议对标竞品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266176" y="4096512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建议买竞品实测，让狗同时戴上对比效果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8247888" y="4700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推动规范立项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66176" y="4956048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算法只有一人也应正式立项，明确目标与验收标准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每周写完成了什么、卡在哪、下周做什么，从没断过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每件事都给一句明确结论，不只罗列过程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卡住的地方一定找到根本原因再解决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 6 周、皮肤评估网页系统 3 周、标注平台可多人协同 4 周 —— 每块都有明确的开始和交付。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个人成长：这几个月我想明白的五件事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数据质量比数量更重要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把标注时拿不准的片段先剔掉再拿去训练 —— 留着反而会教错模型，比没这条数据更糟。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让模型告诉我该补什么数据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 AI 没把握的片段挑给人看：人说「是」的是它漏掉的，人说「不是」的是它认错的，两种都最值得再训练。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先分清是技术问题还是定义问题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「活动」和「睡觉」老是混，根子在于这两件事本身就没定义清楚，不是模型不行。得先把标准对齐。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自己发现的问题要主动说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自查时发现造的测试数据有漏洞，会让分数虚高。主动把分数改低并写进文档 —— 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该放弃的要早点放弃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网络传视频方案验证下来延迟不稳定，果断改回本地录制；有争议的地方靠实测下结论，不靠猜。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48256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24942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249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2677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用来训练的狗太少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2677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只用了 4 只狗训练，换只没见过的狗准确率会下降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882128" y="22677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只，逐步扩大，每轮拿新狗重新检验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889504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09067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090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25296" y="3108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还没经过测试和线上验证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31089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目前都是我自己测出来的结果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882128" y="31089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推动测试同事介入，进入线上验证流程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730752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93192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25296" y="39502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皮肤评分标准还要校准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39502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有的狗抓得多但皮肤其实没问题，会误报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882128" y="395020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请兽医标注真实病例，用临床数据校准标准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4773168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4773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25296" y="47914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项圈松动检测还没做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931920" y="479145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优先级往后排，判定标准也要先和产品、兽医对齐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882128" y="47914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标准定了就启动，补齐有效佩戴时长统计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34" name="Shape 31"/>
          <p:cNvSpPr/>
          <p:nvPr/>
        </p:nvSpPr>
        <p:spPr>
          <a:xfrm>
            <a:off x="768096" y="56144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68096" y="5614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1225296" y="563270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业务理解还不够深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3931920" y="56327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兽医怎么判断皮肤问题，我还主要靠别人告诉我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882128" y="563270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系统补充宠物皮肤健康方面的知识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推动龙岗狗场正式采集，先补 6 只狗并完成一轮检验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标注平台上线 AI 自动标注，进一步提高核对效率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皮肤评分标准持续校准并推上线，解决误报问题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和产品、兽医对齐行为定义与松动判定标准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狗的数量上来后，模型换新狗也稳定，具备推给用户的条件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皮肤评估用真实病例再训练一轮，并上线验证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补齐松动检测，形成完整的全天佩戴时长统计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把采集、标注、训练、上线这套流程固化成标准做法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让算法从「能认出行为」走向「能给出可信的健康结论」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建立竞品对标，摸清我们的能力边界和优势在哪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团队变大后，把算法工作做到可协同、可交接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这需要数据、算法、业务定义三件事同步推进，也需要产品、兽医、后端、硬件持续配合，我会主动担起推动这条链路的责任。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233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朱业拓</a:t>
            </a:r>
            <a:pPr indent="0" marL="0">
              <a:buNone/>
            </a:pPr>
            <a:r>
              <a:rPr lang="en-US" sz="11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　用户增长研发部 · 算法工程师　　2026.10.08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Toky 朱业拓</dc:creator>
  <cp:lastModifiedBy>Toky 朱业拓</cp:lastModifiedBy>
  <cp:revision>1</cp:revision>
  <dcterms:created xsi:type="dcterms:W3CDTF">2026-09-10T06:38:22Z</dcterms:created>
  <dcterms:modified xsi:type="dcterms:W3CDTF">2026-09-10T06:38:22Z</dcterms:modified>
</cp:coreProperties>
</file>