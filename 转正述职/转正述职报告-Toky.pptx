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 F1 不低于 85%，已达成。然后讲泛化。三只狗训出来的模型在训练个体上约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有多少只狗可采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每来一只新狗就测一次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换只没见过的狗，看还准不准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周），跑完再逐步扩大，每一轮都拿新来的狗重新检验一次。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已能识别，线上待接入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教算法认识「抓挠」要靠人一段段标视频 —— 这是最耗人的环节，也是最值得让 AI 分担的环节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以前要一帧帧从头标，现在只需核对和修正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拿不准的主动挑出来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自己没把握的片段会推给人看，人力花在最有价值的地方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5" name="Shape 30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6" name="Image 2" descr="media/tar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成果五：从没有一只狗，到 10 只狗可采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输出采集方案供商务谈合作，转向龙岗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狗场谈成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　·　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元一只一天，判断不划算果断放弃，转向龙岗并推动谈成。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2026-09-10T06:19:17Z</dcterms:created>
  <dcterms:modified xsi:type="dcterms:W3CDTF">2026-09-10T06:19:17Z</dcterms:modified>
</cp:coreProperties>
</file>