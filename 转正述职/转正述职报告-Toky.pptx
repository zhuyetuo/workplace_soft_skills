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Toky。今天汇报三部分：试用期做成了什么、怎么证明能持续产出、下一步怎么做。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这个岗位理解成一条链路上的四件事：数据、模型、工程、协作。数据决定算法的上限，模型是核心，但做不成服务就落不了地，而这些都离不开和产品、后端、硬件、兽医的配合。算法岗只有我一人，这四件事都得自己扛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行为识别能分辨四类：抓挠、活动、睡觉、没戴项圈。公司定的 8.31 目标是抓挠准确率不低于 85%，已达成。验证方法是拿没见过的狗测 —— 3 只狗训出来的模型在这 3 只上约 85%，换一只没见过的会掉，把它补进去重训，4 只又回到 85%。所以模型现在是靠见过才准，这也是下一步要加狗的原因。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这五件事是我这几个月真正想明白的。可以挑第一条和第四条展开：训练集里拿不准的片段要剔掉，留着反而教错模型；还有自查发现造的测试数据有漏洞会让分数虚高，我主动把分数改低并写进文档 —— 宁可报低，不留隐患。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待提升点我按「卡在什么上」分了三类：一类等数据，靠狗场加狗解决；一类等配合，需要测试同事、兽医、产品一起推，这类占了三项；还有一类是我自己要补的业务理解。分清性质才知道该找谁、该做什么。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下一步就是这三件事，而且是连着的：狗多了数据才够；模型越准 AI 预标越准，人工审核越来越省；省下来的人力能标更多数据，数据够了就能上深度学习，上限更高。现在数据量还不适合上深度学习，传统方法反而更稳。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" Target="slide12.xml"/><Relationship Id="rId7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8" Type="http://schemas.openxmlformats.org/officeDocument/2006/relationships/image" Target="../media/image-6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 ·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40416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42428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2026.04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315968" y="455371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4754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MY ROLE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我怎么理解这个岗位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 —— 这条链路上的四件事都要管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859536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CC27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9536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121408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139696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数据质量决定算法上限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737360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19672" y="2286000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19672" y="2286000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81544" y="22677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799832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并据此判断健康状况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859536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2121408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把算法做成能直接调用的服务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139696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能上线才算数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08776" y="3621024"/>
            <a:ext cx="5431536" cy="1719072"/>
          </a:xfrm>
          <a:prstGeom prst="roundRect">
            <a:avLst>
              <a:gd name="adj" fmla="val 5319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4169664"/>
            <a:ext cx="1060704" cy="512064"/>
          </a:xfrm>
          <a:prstGeom prst="roundRect">
            <a:avLst>
              <a:gd name="adj" fmla="val 17857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19672" y="4169664"/>
            <a:ext cx="1060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81544" y="41513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799832" y="4517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推动资源到位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48640" y="5632704"/>
            <a:ext cx="11091672" cy="603504"/>
          </a:xfrm>
          <a:prstGeom prst="roundRect">
            <a:avLst>
              <a:gd name="adj" fmla="val 15152"/>
            </a:avLst>
          </a:prstGeom>
          <a:solidFill>
            <a:srgbClr val="452D8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41248" y="5632704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算法岗只有我一人，这四件事没人分担，也没人催 —— 能推到哪一步，取决于我主动做到哪一步。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6A51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3346704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46704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144768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44768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942832" y="1481328"/>
            <a:ext cx="2633472" cy="969264"/>
          </a:xfrm>
          <a:prstGeom prst="roundRect">
            <a:avLst>
              <a:gd name="adj" fmla="val 9434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942832" y="1481328"/>
            <a:ext cx="2633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2670048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4672" y="27980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27980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230368" y="2798064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30368" y="279806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980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343814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模型能不能用，看它在没见过的狗身上掉多少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04672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只狗训练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只约 85%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6824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62856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补入第 4 只重训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62856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只都到 85%，误报变少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65008" y="3840480"/>
            <a:ext cx="3575304" cy="1737360"/>
          </a:xfrm>
          <a:prstGeom prst="roundRect">
            <a:avLst>
              <a:gd name="adj" fmla="val 5263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321040" y="404164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330184" y="4389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来一只单独测，来一批整批测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072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下一步：狗场先加 6 只（1-2 周）批量验证，之后按批次继续扩。以上为算法自测结果，尚未经测试同事验收。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皮肤评估：两条路一起走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用户问答，若有照片再加图像识别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424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图像识别是延伸出来的一块：用户上传照片时参与第二阶段判断；口腔牙齿检测是额外做的验证。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用户问答和照片默认没有，所以多数情况只靠第一阶段的行为数据。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成果展示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以前的做法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1371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现在的做法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1719072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8" name="Shape 5"/>
          <p:cNvSpPr/>
          <p:nvPr/>
        </p:nvSpPr>
        <p:spPr>
          <a:xfrm>
            <a:off x="786384" y="1901952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190195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数量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190195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有数据就都拿去训练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1901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86800" y="1847088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851392" y="18470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拿不准的先剔掉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615184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2798064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27980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让模型告诉我补什么数据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79806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盲目加数据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279806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86800" y="2743200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51392" y="274320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 AI 没把握的地方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511296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4" name="Shape 21"/>
          <p:cNvSpPr/>
          <p:nvPr/>
        </p:nvSpPr>
        <p:spPr>
          <a:xfrm>
            <a:off x="786384" y="3694176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86384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369417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分清技术问题还是定义问题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5394960" y="369417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一直调模型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3694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686800" y="3639312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851392" y="36393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先把标准对齐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48640" y="4407408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2" name="Shape 29"/>
          <p:cNvSpPr/>
          <p:nvPr/>
        </p:nvSpPr>
        <p:spPr>
          <a:xfrm>
            <a:off x="786384" y="4590288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86384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371600" y="4590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5394960" y="45902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分数好看就行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138160" y="4590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686800" y="4535424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851392" y="4535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宁可报低，不留隐患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48640" y="5303520"/>
            <a:ext cx="11091672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40" name="Shape 37"/>
          <p:cNvSpPr/>
          <p:nvPr/>
        </p:nvSpPr>
        <p:spPr>
          <a:xfrm>
            <a:off x="786384" y="5486400"/>
            <a:ext cx="402336" cy="402336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786384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371600" y="5486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394960" y="54864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 硬撑到底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138160" y="54864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686800" y="5431536"/>
            <a:ext cx="274320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851392" y="543153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实测之后就换路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待提升点：分清卡在什么上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2926080" cy="3785616"/>
          </a:xfrm>
          <a:prstGeom prst="roundRect">
            <a:avLst>
              <a:gd name="adj" fmla="val 3125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等数据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340864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2359152"/>
            <a:ext cx="24871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50976" y="2450592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779776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狗场先加 6 只，按批次继续扩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12464" y="1517904"/>
            <a:ext cx="4754880" cy="3785616"/>
          </a:xfrm>
          <a:prstGeom prst="roundRect">
            <a:avLst>
              <a:gd name="adj" fmla="val 2415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31920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等配合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33488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931920" y="2359152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114800" y="2450592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还没经过测试与线上验证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114800" y="277977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推动测试同事介入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931920" y="3328416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114800" y="34198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皮肤评分标准要校准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74904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请兽医标注真实病例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931920" y="4297680"/>
            <a:ext cx="431596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114800" y="4389120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松动检测还没做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114800" y="471830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先和产品、兽医对齐判定标准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705088" y="1517904"/>
            <a:ext cx="2935224" cy="3785616"/>
          </a:xfrm>
          <a:prstGeom prst="roundRect">
            <a:avLst>
              <a:gd name="adj" fmla="val 3115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8924544" y="17373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924544" y="17373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靠自己补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05064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24544" y="23591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107424" y="2450592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9107424" y="2779776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系统补充宠物皮肤健康知识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48640" y="5577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D5D0F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41248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五项里有三项卡在需要别人配合 —— 这也是我下一步要主动去推的地方。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37360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50976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06824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2856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628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129784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4581144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81144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81144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9160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平台上线 AI 自动标注，把人力省下来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65008" y="1517904"/>
            <a:ext cx="3575304" cy="3200400"/>
          </a:xfrm>
          <a:prstGeom prst="roundRect">
            <a:avLst>
              <a:gd name="adj" fmla="val 2857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8321040" y="1737360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3210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887968" y="17739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换更好的模型</a:t>
            </a:r>
            <a:endParaRPr lang="en-US" sz="1450" dirty="0"/>
          </a:p>
        </p:txBody>
      </p:sp>
      <p:sp>
        <p:nvSpPr>
          <p:cNvPr id="25" name="Text 22"/>
          <p:cNvSpPr txBox="1"/>
          <p:nvPr/>
        </p:nvSpPr>
        <p:spPr>
          <a:xfrm>
            <a:off x="8339328" y="2322576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339328" y="2688336"/>
            <a:ext cx="3035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数据少时传统方法更稳、更省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39328" y="3529584"/>
            <a:ext cx="3035808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467344" y="3529584"/>
            <a:ext cx="27797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数据上来后上深度学习，上限更高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974336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D5D0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296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291840" y="5102352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狗多了数据才够，AI 预标准了人工才省，省下来的人力才能标更多数据、支撑更好的模型。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目标：让算法从「能认出行为」走向「能给出可信的健康结论」。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2026-09-10T11:22:15Z</dcterms:created>
  <dcterms:modified xsi:type="dcterms:W3CDTF">2026-09-10T11:22:15Z</dcterms:modified>
</cp:coreProperties>
</file>