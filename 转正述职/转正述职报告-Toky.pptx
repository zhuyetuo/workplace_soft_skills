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设备这块可以多讲两句：公司自研项圈因为加了 GPS 和 LTE 一直没出成品，我手上只有老款 TF 卡设备 —— 数据要第二天才看得到，电量撑不过 12 小时得频繁换，时间戳一天还会漂将近 9 秒，画面和数据对不齐就没法标注。后来我自己上电商平台挑设备，来回退换了好几次才找到能稳定跑满 24 小时的；真正解决漂移的办法是改用电脑端时间做基准，不用设备自己的时钟。摄像头也从 TP-Link、小米监控换到 USB 直连才对齐。分工上：狗场是商务去找、去谈的，我提的是数据需求、输出采集方案，并到现场考察确认可行。我自己主动推动的是影棚这条线 —— 发现两位同事各养了一只狗，提议带来参与测试，公司有补贴政策，几乎零成本把犬只从 2 只加到 4 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fullScrn="1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输出采集需求方案供商务对接；实地考察沙井，判断成本过高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商务谈成龙岗，我赴现场考察，确认 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设备是自己一步步试出来的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535424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公司自研项圈因新增 GPS、LTE，至今没有成品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老款设备：数据隔天才看得到、电量撑不到 12 小时、时间一天还差好几秒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自己上电商平台选型、反复退换，找到能稳定跑满 24 小时的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改用电脑端时间做基准，不再用设备自带时间，漂移从根上绕开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摄像头也从两款监控换成 USB 直连，画面才真正对得齐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208776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D5D0F7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64808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我主动推动的一件事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483096" y="455371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影棚原有公司的 2 只狗。我发现影棚两位同事各养了一只，提议带来影棚参与测试 —— 公司本身有每月补贴政策，几乎没有额外成本，可采集犬只从 2 只增加到 4 只。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55046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2026-09-10T06:51:45Z</dcterms:created>
  <dcterms:modified xsi:type="dcterms:W3CDTF">2026-09-10T06:51:45Z</dcterms:modified>
</cp:coreProperties>
</file>