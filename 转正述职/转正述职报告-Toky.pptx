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这一页是全篇的骨架：入职时算法侧什么都没有，现在这六件事都跑通了，而且是彼此打通的一条链路。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" Target="slide14.xml"/><Relationship Id="rId7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slide" Target="slide15.xml"/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image" Target="../media/image-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算法全景 · 皮肤评估 · 怎么做得更好 · 效果演示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889504" cy="4443984"/>
          </a:xfrm>
          <a:prstGeom prst="roundRect">
            <a:avLst>
              <a:gd name="adj" fmla="val 3165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7922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2194560"/>
            <a:ext cx="24140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40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4114800"/>
            <a:ext cx="2414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没有数据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没有平台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12464" y="1517904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31920" y="173736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08483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类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28163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 · 活动 · 睡觉 · 没戴项圈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0" y="1517904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20256" y="173736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20256" y="208483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每天出分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6620256" y="28163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每只狗自动跑，不用人算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089136" y="1517904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308592" y="1737360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08592" y="208483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+ 12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308592" y="2816352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项圈，无人值守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712464" y="3822192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31920" y="404164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43891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931920" y="5120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0" y="3822192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20256" y="404164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线上服务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620256" y="43891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已上线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6620256" y="5120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里能看到算法结果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089136" y="3822192"/>
            <a:ext cx="2487168" cy="2139696"/>
          </a:xfrm>
          <a:prstGeom prst="roundRect">
            <a:avLst>
              <a:gd name="adj" fmla="val 4274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308592" y="404164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可采集的狗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9308592" y="43891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308592" y="512064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18134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D5D0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481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12080" y="1481328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12080" y="1481328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12" name="Shape 9"/>
          <p:cNvSpPr/>
          <p:nvPr/>
        </p:nvSpPr>
        <p:spPr>
          <a:xfrm>
            <a:off x="3163824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63824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3621024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059936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05993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06824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22008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1144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81144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81144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65008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80192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680192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339328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339328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39328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339328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48640" y="517550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43" name="Shape 40"/>
          <p:cNvSpPr/>
          <p:nvPr/>
        </p:nvSpPr>
        <p:spPr>
          <a:xfrm>
            <a:off x="91440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440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246888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283464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3464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475488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75488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0118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只，龙岗狗场 6 只已谈妥，长远按 30 → 50 → 70 → 100 → 150 只分阶段扩大。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2026-09-10T10:11:36Z</dcterms:created>
  <dcterms:modified xsi:type="dcterms:W3CDTF">2026-09-10T10:11:36Z</dcterms:modified>
</cp:coreProperties>
</file>