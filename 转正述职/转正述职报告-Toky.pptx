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先交代目标：8月31日要求抓挠识别准确率不低于 85%，已达成。然后讲验证方法。三只狗训出来的模型在训练个体上约 85%，换一只没见过的马尔济斯会掉到 75% 左右且误报变多；把它的数据补进去重训，四只又回到 85%。所以我的做法是分两条路：单只新增就单独精测，一次来一批就整批测，看具体情况定。狗场先加 6 只做批量验证。数字是算法侧数据集测的，还没经测试同事验收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这里先说清楚起点：一开始没有可用模型，标注全靠人工。一只狗一天录 24 段、每段一小时，人要从头看到尾，根本看不完。现在 AI 先把候选片段标出来，还会把可能认错、可能漏掉的单独挑出来，人只看这些重点。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这条线讲数据是怎么从没有到稳定进来的。设备一直不给力，自研项圈没成品，老款问题多，中间换了几轮设备和摄像头才把采集跑稳 —— 这部分口头补充，片子上不展开。狗场是商务谈的，我出的采集方案并到现场确认可行。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想说的是我怎么对待这个项目。算法岗只有我一人，没有人会来推着我做，所以很多事我是当成自己的事在推：设备不行就自己去找设备，判断标准存疑就提出来重新调研，需要别人配合就主动去谈。同样重要的是主动开口求助 —— 16 篇周报每篇都写了资源诉求，需要什么就明确提，不闷头硬扛。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" Target="slide17.xml"/><Relationship Id="rId7" Type="http://schemas.openxmlformats.org/officeDocument/2006/relationships/slide" Target="slide17.xml"/><Relationship Id="rId9" Type="http://schemas.openxmlformats.org/officeDocument/2006/relationships/slide" Target="slide18.xml"/><Relationship Id="rId10" Type="http://schemas.openxmlformats.org/officeDocument/2006/relationships/slide" Target="slide18.xml"/><Relationship Id="rId1" Type="http://schemas.openxmlformats.org/officeDocument/2006/relationships/image" Target="../media/image-9-1.pn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8" Type="http://schemas.openxmlformats.org/officeDocument/2006/relationships/image" Target="../media/image-9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9.xml"/><Relationship Id="rId3" Type="http://schemas.openxmlformats.org/officeDocument/2006/relationships/image" Target="../media/image-1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9.xml"/><Relationship Id="rId3" Type="http://schemas.openxmlformats.org/officeDocument/2006/relationships/image" Target="../media/image-1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算法能力 · 系统平台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月中旬（试用期至 10.12）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入职时这六件事一件都没有，现在都跑通了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看懂狗在干什么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没有模型，没有数据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判断皮肤健不健康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没有方案，也没有判断标准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每天自动给出每只狗的健康评分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把数据采回来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没有设备，没有场地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个项圈，无人值守自动采集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把数据整理好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没有工具，没有流程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自建标注平台，AI 先标、多人协同核对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让产品用起来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已交付后端上线，App 里能看到算法结果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可采集的狗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只，但没有采集流程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能分辨抓挠、活动、睡觉、没戴项圈，并建立了一套「换只狗还准不准」的检验方法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739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358384" y="1773936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58384" y="1773936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739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786384" y="256032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6384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35024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用影棚 3 只狗的数据训练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只狗准确率约 85%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06824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4544568" y="256032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44568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93208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1144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把第 4 只狗的数据也补进去重训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只狗准确率都到 85%，误报变少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065008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8302752" y="2560320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30275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51392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怎么验证靠不靠谱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来一只就单独测，来一批就整批测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645152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D5D0F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4672" y="48646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82803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周）做一次批量验证，之后按批次逐步扩大；单只新增就单独测，看具体情况定。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以上为算法自测结果，尚未经测试同事验收。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成果二：从「抓了多少次」到「皮肤健不健康」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能识别的四种状态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只狗验证可用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基础可用，线上待接入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两种打分方式，都已跑通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规则版：按兽医定的规则打分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网页系统已完成，兽医可直接填写问诊记录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自动接入每天的抓挠统计，算出健康等级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每一分怎么来的都能说清楚，方便兽医核对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学习版：让模型自己从数据里学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第一步：由行为数据判断皮肤等级，每天自动跑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第二步：结合主人的问答，给出综合评估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方案已验证可行，等真实病例数据再训练一轮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每只狗有自己的「正常水平」作参照，已在内部每天运行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5046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整条路已经跑通，每天自动出结果，方向验证可行。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成果三：把整条流水线搭起来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采数据、理数据、练模型、上线用，四个环节都自己搭，而且是打通的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把数据采回来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摄像头 + 项圈同步录制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个项圈，开机自动录、每天自动归档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画面和项圈数据严丝合缝对上，这是能标注的前提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打通了自研项圈的数据读取，也兼容外购设备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把数据整理好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任务分发、领取、审核、复核，多人可同时干活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自己搭的平台替换了原来的开源工具，老数据全部迁过来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→ 人工核对 → 训练模型 → 直接换上新模型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把模型练出来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多种方案横向比较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多种模型方案横向比较，挑效果最好的用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自己写了评测方法，能发现「一次抓挠被切成好几段」这类错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皮肤评分同时试了三条路线，避免押注单一方案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让产品用起来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每天自动出结果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 15 秒处理一批新数据，每天凌晨自动出评估结果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按用户所在时区切分「一天」，避免时差算错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核心逻辑都有自动化测试兜底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里能看到结果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四套系统均配有完整设计文档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成果四：AI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早期没有可用模型，只能纯人工标注 —— 一只狗一天录 24 段、每段 1 小时，靠人从头看到尾，费时又费人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标注核对界面：三路画面与项圈数据同步回看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先标，人只做核对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模型先给出候选片段，人从「一帧帧从头标」变成「核对和修正」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可疑的也一并挑出来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可能认错的、可能漏掉的都单独列出，人重点看这些，不用整段翻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多人可以一起干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任务分发领取、逐条或整份通过，不同角色只看该看的数据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平台上同时跑着：行为识别　·　皮肤健康评估　·　口腔牙齿检测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591056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4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6720840" cy="31852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77456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571232" y="16459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552944" y="201168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7735824" y="215798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35824" y="2157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193024" y="20574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8193024" y="2313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三路画面与项圈波形共用一条时间轴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552944" y="2734056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35824" y="288036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735824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193024" y="27797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193024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11.9 秒抓挠，把握 84%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552944" y="345643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7735824" y="3602736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35824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193024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8193024" y="37581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7552944" y="417880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7735824" y="432511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735824" y="4325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193024" y="42245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8193024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0" name="Shape 26"/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1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13256"/>
            <a:ext cx="1883664" cy="893759"/>
          </a:xfrm>
          <a:prstGeom prst="rect">
            <a:avLst/>
          </a:prstGeom>
        </p:spPr>
      </p:pic>
      <p:sp>
        <p:nvSpPr>
          <p:cNvPr id="32" name="Shape 27">
            <a:hlinkClick r:id="rId7" tooltip="点击放大" action="ppaction://hlinksldjump"/>
          </p:cNvPr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2761488" y="601675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2761488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35" name="Text 30"/>
          <p:cNvSpPr txBox="1"/>
          <p:nvPr/>
        </p:nvSpPr>
        <p:spPr>
          <a:xfrm>
            <a:off x="2761488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6208776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7" name="Shape 32"/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8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6121" y="5120640"/>
            <a:ext cx="1198158" cy="1078992"/>
          </a:xfrm>
          <a:prstGeom prst="rect">
            <a:avLst/>
          </a:prstGeom>
        </p:spPr>
      </p:pic>
      <p:sp>
        <p:nvSpPr>
          <p:cNvPr id="39" name="Shape 33">
            <a:hlinkClick r:id="rId10" tooltip="点击放大" action="ppaction://hlinksldjump"/>
          </p:cNvPr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8421624" y="601675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41" name="Text 35"/>
          <p:cNvSpPr txBox="1"/>
          <p:nvPr/>
        </p:nvSpPr>
        <p:spPr>
          <a:xfrm>
            <a:off x="8421624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42" name="Text 36"/>
          <p:cNvSpPr txBox="1"/>
          <p:nvPr/>
        </p:nvSpPr>
        <p:spPr>
          <a:xfrm>
            <a:off x="8421624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fullScrn="1">
                <p:cTn id="2" fill="hold" display="0">
                  <p:stCondLst>
                    <p:cond delay="indefinite"/>
                  </p:stCondLst>
                </p:cTn>
                <p:tgtEl>
                  <p:spTgt spid="4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成果五：把数据采集从零跑起来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从没有一条数据可用，到每天都有稳定的数据进来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先用模拟数据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真实数据还没有，自己造数据把流程跑通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拿到第一批真数据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影棚开始采集，解决了画面与数据对不齐的老问题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采集流程定型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方案固定下来，狗增加到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输出采集需求方案，推进狗场合作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83664"/>
            <a:ext cx="2121408" cy="265176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8483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84832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5420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狗场落实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301752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龙岗狗场确认，6 间犬舍 6 只狗可采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5029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→ 4 只　·　龙岗狗场 6 只已谈妥　·　长远按 30 → 50 → 70 → 100 → 150 只分阶段扩大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成果六：把事情当自己的事推着走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算法岗只有我一人，很多事没人催也没人推 —— 能推到哪一步，取决于我主动做到哪一步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8366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188366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084832" y="179222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配合调整数据存储方式；交付算法服务，后端完成部署，全链路跑通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468880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6517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8096" y="26517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84832" y="25603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236976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41985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341985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084832" y="332841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查出并反馈设备丢数据、蓝牙断连的问题，推动修复与交付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00507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768096" y="418795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68096" y="418795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2084832" y="409651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4773168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495604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68096" y="495604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084832" y="486460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010144" y="1700784"/>
            <a:ext cx="3630168" cy="384048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247888" y="1847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我主动做的几件事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47888" y="224942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做出口腔识别 Web Demo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266176" y="250545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产品提出这个方向后，做出可用的 Web Demo，验证了这条路走不走得通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247888" y="3072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质疑现有判断标准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266176" y="332841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次但皮肤没问题，提出标准需要重新调研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8247888" y="38953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建议对标竞品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266176" y="41513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建议买竞品实测，让狗同时戴上对比效果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8247888" y="471830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8266176" y="497433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算法只有一人也应正式立项，明确目标与验收标准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2026-09-10T07:39:29Z</dcterms:created>
  <dcterms:modified xsi:type="dcterms:W3CDTF">2026-09-10T07:39:29Z</dcterms:modified>
</cp:coreProperties>
</file>