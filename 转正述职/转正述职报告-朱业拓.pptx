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入职时算法侧没有数据、没有模型、没有平台 —— 这六件事都是从零跑通的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无模型，无数据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四类行为识别可用，稳定版 v2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规则版与 ML 版闭环跑通，每日自动出结果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无设备，无场地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设备无人值守，视频与 IMU 帧级同步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标注体系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无工具，无流程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自研平台上线，AI 预标注 + 多人协同审核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在线服务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已交付后端，App → 后端 → 算法跑通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只，龙岗狗场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核心成果一：行为识别从 0 到可用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四类行为识别成型，并建立以新个体检验泛化的方法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56816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35024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初版模型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3 只犬数据训练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训练个体准确率约 85%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44568" y="1956816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44568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93208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补入新个体数据重训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只犬准确率约 85%，误报收敛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452D8D"/>
          </a:solidFill>
          <a:ln/>
        </p:spPr>
      </p:sp>
      <p:sp>
        <p:nvSpPr>
          <p:cNvPr id="19" name="Shape 16"/>
          <p:cNvSpPr/>
          <p:nvPr/>
        </p:nvSpPr>
        <p:spPr>
          <a:xfrm>
            <a:off x="8302752" y="1956816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02752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泛化验证方法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每引入新个体即检验一次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339328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用新样本测通用性与鲁棒性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427939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D5D0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4672" y="45171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194560" y="4480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周），跑完再逐步扩大，每一轮都用新个体重新检验。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486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以上为算法侧数据集测试结果。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只犬验证可用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皮肤健康评估：从 0 到跑通闭环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可解释性强，供产品与兽医验证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B：含问答特征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方案可行性已验证，待真实数据二次训练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个体基线已落地，内部每日运行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链路跑通，每日自动出结果，方案路径已验证可行。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核心成果三：四套系统自建，全链路打通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采集、平台、训练、服务四套系统彼此打通 —— 算法能自己转起来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设备无人值守采集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事件驱动取帧，同步由构造保证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自研项圈协议解析，兼容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任务分发、认领、审核、复核全流程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Studio，历史数据完整迁移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审核 → 训练 → 模型热切换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多种模型架构横向对比，评测流程标准化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事件级指标自研，可发现片段被切碎这类错误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皮肤评估三条技术路线并行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基线更新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+ MySQL 分表，按用户时区切天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核心逻辑有单元测试覆盖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模型先跑候选片段，人工从「从头标」变为「审核修正」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低置信与频谱异常片段自动推送复核，捕捉模型最不确定的样本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三路画面同步回看，模型预标片段置信度 88%，疑似片段 37% 待确认（下页视频演示）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演示：抓挠检出与人工确认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609344"/>
            <a:ext cx="7699248" cy="3706657"/>
          </a:xfrm>
          <a:prstGeom prst="roundRect">
            <a:avLst>
              <a:gd name="adj" fmla="val 1974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64208"/>
            <a:ext cx="7589520" cy="35969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07441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8375904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这段演示里请看四处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57616" y="2139696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8540496" y="2377440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4049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2249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034272" y="2523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三机位与 IMU 共用一条时间轴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57616" y="3108960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0496" y="3346704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0496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034272" y="32186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9034272" y="349300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357616" y="4078224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540496" y="4315968"/>
            <a:ext cx="384048" cy="38404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4049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034272" y="41879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034272" y="44622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低置信片段单独挑出，等人工裁决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57616" y="5047488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8540496" y="52852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540496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034272" y="51572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9034272" y="543153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整份通过，支撑多人协同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模型先标，人工只做确认；最不确定的片段被主动推到人工面前。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方案定型，犬只扩至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输出采集方案供商务洽谈，转向龙岗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龙岗考察通过，6 间 6 只可采集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  ·  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沙井报价 1000 元/犬/天，判断不经济果断放弃；主动输出采集方案供商务对接，转向龙岗并推动落地。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数据库架构调整；交付算法服务工程，后端完成外网部署，全链路跑通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定位并反馈丢数据、蓝牙断传问题，推动修复与交付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产品提出方向后当天做出识别原型，含图片、视频、实时三种模式，验证可行性与落点效果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建议采购竞品实测，同步佩戴对比识别效果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算法仅一人也应立项，明确阶段目标与验收标准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完成项、进度、复盘、风险、计划，节奏无中断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每项都给出明确结论，而非罗列过程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模型初版 6 周、皮肤评估 Web 系统 3 周、数据平台多人协同可用 4 周 —— 每个模块都有明确的起点与交付。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个体覆盖不足，泛化未验证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训练仅覆盖 4 只犬，新个体上准确率下降、误报增多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只，逐步扩大，每轮用新个体重新检验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尚未经测试与线上验证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当前结果均为算法侧数据集测试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皮肤评估阈值待校准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抓挠多但皮肤无病变时仍会误触发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推动兽医标注，用临床数据校准映射关系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优先级让位，判定边界也需与产品兽医对齐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对齐标准后启动，补齐有效佩戴时间统计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对兽医临床判断标准仍依赖他人输入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系统补充宠物皮肤健康领域知识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推动龙岗狗场正式采集落地，先补 6 只犬并完成一轮泛化检验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个体覆盖扩大后，模型在全新犬只上表现稳定，具备推向用户的条件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2026-09-10T05:12:57Z</dcterms:created>
  <dcterms:modified xsi:type="dcterms:W3CDTF">2026-09-10T05:12:57Z</dcterms:modified>
</cp:coreProperties>
</file>