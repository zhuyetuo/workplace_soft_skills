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周持续推进，无停滞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≥85%，提前 4 周达成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 万行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自建系统代码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 / 平台 / 训练 / 服务 四套系统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 API 接口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张数据表，自研平台替代 Label Studio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SBS 规则引擎 + 两阶段 ML 双模型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龙岗狗场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已训练为独立类别，线上服务待接入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A：44 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B：54 特征（含问答）→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场景合成数据，交叉验证宏 F1 0.93 / 0.90（真实数据待验证）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个体基线三套实现并行，内部每日运行、边跑边调优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说明个体「正常抓挠水平」本就存在差异。据此引入个体基线机制并已落地运行，比单纯调权重更根本；目前内部每日跟踪、边跑边调优，暂未上线。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核心成果三：四个自建系统，约 7.8 万行代码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试用期内从零搭起采集、平台、训练、服务四套系统，彼此打通，构成算法可持续迭代的完整基础设施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73168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73168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万行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路摄像头 × M 个 IMU 帧级同步，现场 6 机位 / 12 设备无人值守运行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IMU 事件驱动取帧 + 墙钟时间戳变帧率写入，同步由构造保证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HICC 项圈 0x55AA 协议解析（含校验与授时），兼容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433304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433304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万行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Studio，迁移 58 个项目 / 2,088 任务 / 2,609 条标注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 API、23 张表、31 次数据库迁移；React + FastAPI + MySQL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疑似片段召回 → 多人协同审核 → 导出训练 → 模型热切换闭环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773168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73168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万行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维手工特征；13 种模型实现（6 种深度 + 7 种经典）可横向对比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 F1e 指标自研实现，网格搜索置信阈值与合并间隔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皮肤评估三条技术路线：SBS 规则引擎 / 两阶段 ML / 分层贝叶斯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433304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33304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万行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每日基线更新，三条调度链路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时序库 + MySQL 按设备分表，按用户本地时区切天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个单元测试 / 约 162 条用例，不依赖外部服务即可运行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→ 后端 → 算法全链路跑通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另有约 2 万行设计文档：系统设计、临床量表设计、数据异常处理预案、标注规范、ML 迁移方案等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从原始数据到多套算法上线，全链路自建并打通 —— 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波形对齐，AI 预标片段与疑似片段并列待人工确认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模型先跑出候选片段并标注来源与置信度，人工从「从头标」变为「审核与修正」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模型低置信片段（如 37%）结合频谱线索自动推送复核，专门捕捉模型最不确定的样本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任务认领、整份通过、分级权限与数据隔离，支撑标注规模化扩大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9808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抓挠检测效果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信号实时推理，视频与识别结果同步比对，可直观看到抓挠片段的检出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07992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07992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数据标注平台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数据挂载、成员分级权限、视频标注流畅度优化后的实际操作界面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66176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266176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口腔牙结石识别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基于图像识别犬只口腔牙齿的牙结石情况，为口腔健康评估提供基础能力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TDengine）；交付算法服务打包工程，后端完成外网部署，App → 后端 → 算法全链路跑通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产品负责人提出口腔健康方向后，当天做出犬只牙结石（正常/异常）识别原型，含图片、视频、摄像头实时三种模式，用于验证算法可行性与实际落点效果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版仍基于合成数据训练，真实病例样本积累不足；个体基线已落地但仅内部运行，尚未推上线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持续推动兽医参与评估标注，积累真实数据做二次训练；个体基线跟踪调优后推上线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2026-09-10T03:54:31Z</dcterms:created>
  <dcterms:modified xsi:type="dcterms:W3CDTF">2026-09-10T03:54:31Z</dcterms:modified>
</cp:coreProperties>
</file>