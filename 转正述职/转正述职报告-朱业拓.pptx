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抓挠识别 F1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7.20 初版</c:v>
                  </c:pt>
                  <c:pt idx="1">
                    <c:v>7.27 迭代</c:v>
                  </c:pt>
                  <c:pt idx="2">
                    <c:v>8.03 达标</c:v>
                  </c:pt>
                  <c:pt idx="3">
                    <c:v>8.24 全量复核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</c:v>
                </c:pt>
                <c:pt idx="1">
                  <c:v>80</c:v>
                </c:pt>
                <c:pt idx="2">
                  <c:v>85</c:v>
                </c:pt>
                <c:pt idx="3">
                  <c:v>90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8.31 目标线 85%</c:v>
                </c:pt>
              </c:strCache>
            </c:strRef>
          </c:tx>
          <c:spPr>
            <a:solidFill>
              <a:srgbClr val="FCC279"/>
            </a:solidFill>
            <a:ln w="38100" cap="flat">
              <a:solidFill>
                <a:srgbClr val="FCC279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CC279"/>
              </a:solidFill>
              <a:ln w="9525" cap="flat">
                <a:solidFill>
                  <a:srgbClr val="FCC2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7.20 初版</c:v>
                  </c:pt>
                  <c:pt idx="1">
                    <c:v>7.27 迭代</c:v>
                  </c:pt>
                  <c:pt idx="2">
                    <c:v>8.03 达标</c:v>
                  </c:pt>
                  <c:pt idx="3">
                    <c:v>8.24 全量复核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E688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这一页是总览。六个数字概括试用期：进度、模型指标、能力覆盖、工程攻坚、方案产出、数据资源。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这是试用期最核心的算法成果。8月31日的目标是F1≥85%，我在8月3日提前四周达成，随后通过全量复核把训练个体上的准确率推到90%。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工程能力是我认为算法岗容易被忽视但很关键的部分。模型服务外网部署与后端打通，意味着算法结果真正进入了产品使用流程。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这一页配合现场演示：先放抓挠检测的实际效果，再演示标注平台的操作，最后展示牙齿识别。演示时长控制在 2 分钟内。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数据资源不能被动等待。从模拟数据起步，到影棚落地，再到狗场合作谈成，这条线是我主动推动的。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算法虽然只有我一个人，但工作是高度依赖协作的。我也会主动提出自己的判断，而不只是执行。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599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 Toky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算法指标 · 工程平台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810512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/ Toky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至 2026.10.12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犬只行为识别算法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算法岗不止是训模型 —— 是把「传感器信号」变成「可信的健康结论」的全链路负责人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0 建立采集—标注—验证闭环，数据质量是算法上限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行为识别与健康评估建模，用指标与真实场景双重验证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把模型做成稳定可调用的服务，能上线才算落地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试用期关键成果总览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从「无数据、无模型、无平台」起步，到算法能力成型、服务上线、数据体系跑通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773936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202996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→ 87%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24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0723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覆盖 16 周持续推进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773936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62856" y="202996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→ 90%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4581144" y="2724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 F1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81144" y="30723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 ≥85% 提前达成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65008" y="1773936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21040" y="202996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类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339328" y="2724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行为识别能力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39328" y="30723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 / 活动 / 睡觉 / 未佩戴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3931920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4672" y="41879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0.1s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882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视频-IMU 同步误差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5230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攻克标注核心阻塞点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306824" y="3931920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562856" y="41879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套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4581144" y="4882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皮肤评估方案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581144" y="5230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规则统计版 + ML 双模型版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065008" y="3931920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321040" y="41879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→ 4+6</a:t>
            </a:r>
            <a:endParaRPr lang="en-US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8339328" y="4882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339328" y="5230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 + 狗场 6 只落地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核心成果一：抓挠识别模型，从 0 到超额达标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17904"/>
          <a:ext cx="6812280" cy="31821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7607808" y="151790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F3F1FF"/>
          </a:solidFill>
          <a:ln/>
        </p:spPr>
      </p:sp>
      <p:sp>
        <p:nvSpPr>
          <p:cNvPr id="7" name="Shape 3"/>
          <p:cNvSpPr/>
          <p:nvPr/>
        </p:nvSpPr>
        <p:spPr>
          <a:xfrm>
            <a:off x="7808976" y="160934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08976" y="160934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起点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160020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7.20 初版模型 F1 70-75%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827264" y="1883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首次产出可用模型，拿到真实误检分布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7607808" y="234086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F3F1FF"/>
          </a:solidFill>
          <a:ln/>
        </p:spPr>
      </p:sp>
      <p:sp>
        <p:nvSpPr>
          <p:cNvPr id="12" name="Shape 8"/>
          <p:cNvSpPr/>
          <p:nvPr/>
        </p:nvSpPr>
        <p:spPr>
          <a:xfrm>
            <a:off x="7808976" y="243230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808976" y="243230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8595360" y="242316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按置信度分层复核误检 / 漏检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827264" y="2706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以模型结果反哺数据集，定向补负样本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607808" y="316382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D5D0F7"/>
          </a:solidFill>
          <a:ln/>
        </p:spPr>
      </p:sp>
      <p:sp>
        <p:nvSpPr>
          <p:cNvPr id="17" name="Shape 13"/>
          <p:cNvSpPr/>
          <p:nvPr/>
        </p:nvSpPr>
        <p:spPr>
          <a:xfrm>
            <a:off x="7808976" y="325526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F7BA5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808976" y="325526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达标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8595360" y="324612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8.03 F1 ≥85%，提前 4 周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7827264" y="35295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目标提前完成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7607808" y="398678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F3F1FF"/>
          </a:solidFill>
          <a:ln/>
        </p:spPr>
      </p:sp>
      <p:sp>
        <p:nvSpPr>
          <p:cNvPr id="22" name="Shape 18"/>
          <p:cNvSpPr/>
          <p:nvPr/>
        </p:nvSpPr>
        <p:spPr>
          <a:xfrm>
            <a:off x="7808976" y="407822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7808976" y="407822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深化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8595360" y="40690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8.24 全量复核后训练犬达 90%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7827264" y="43525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工程化检测人工标注错误并重标注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548640" y="4956048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452D8D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804672" y="51389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关键做法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2194560" y="5102352"/>
            <a:ext cx="9235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不盲目堆数据 —— 用模型输出反推数据缺口：按置信度区间分析误识别（走路、跑、扒门被误判），定向补充负样本；再用工程化手段批量检出人工标注错误并重标注。数据质量的提升比数据量的增长更能带来实质效果。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核心成果二：算法能力矩阵与皮肤健康评估方案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行为识别：4 分类能力已成型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已达标，训练个体 F1 90%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F7BA5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达标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活动检测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未佩戴检测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已纳入 4 分类体系并完成测试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6A51B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皮肤健康评估：双方案并行推进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规则统计版（SBS）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前后端 Web 系统完成，兽医问答交互可用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联通每日抓挠数据，驱动规则引擎计算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可解释性强，供产品与兽医直接验证反馈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机器学习版（双模型架构）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A：特征表 → C0 / C1 / C2 皮肤状态分级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B：特征 + A 输出 + 用户问答 → S0 / S1 / S2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合成数据模拟 86 个场景，F1 达 93%+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工程框架已建立，可随真实数据持续迭代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4864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真实验证发现的关键问题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3200400" y="54681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只犬 5 天测试中，两只犬日均抓挠 20+ 次触发 C2，但皮肤无实际病变 —— 说明个体「正常抓挠水平」本就存在差异。据此提出引入个体基线机制，比单纯调权重更根本。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ENGINEERING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核心成果三：算法工程与数据平台建设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模型能跑通只是第一步 —— 试用期内把算法做成了可采集、可标注、可部署、可调用的完整链路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86384" y="1938528"/>
            <a:ext cx="457200" cy="457200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86384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389888" y="199339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采集与同步工程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468880"/>
            <a:ext cx="4901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攻克视频-IMU 时间戳对齐，误差控制在 0.1s 以内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RTSP 方案验证不可行后果断放弃，收敛至 USB 本地录制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采样率 25Hz→16Hz，依奈奎斯特论证降功耗与存储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208776" y="1719072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6446520" y="1938528"/>
            <a:ext cx="457200" cy="457200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4652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050024" y="199339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实时推理工程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6483096" y="2468880"/>
            <a:ext cx="4901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WitMotion-IMU / HICC-IMU 蓝牙接收实时推理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现场采集即可实时验证模型效果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修复线上线下推理不一致（特征处理流程未对齐）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48640" y="3950208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786384" y="4169664"/>
            <a:ext cx="457200" cy="457200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86384" y="4169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389888" y="422452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数据标注平台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700016"/>
            <a:ext cx="4901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Studio 部署改造 + 自研平台建设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原始数据挂载、成员分级权限与数据隔离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定位并修复卡顿瓶颈，保障多人协同标注效率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08776" y="3950208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46520" y="4169664"/>
            <a:ext cx="457200" cy="457200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446520" y="4169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50024" y="422452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服务化与部署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6483096" y="4700016"/>
            <a:ext cx="4901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pipeline + 服务 pipeline，合并调度简化运维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模型服务打包并完成外网部署，后端对接打通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模拟 24 场景 / 180 天数据，压测 1 万台设备并发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算法效果与平台演示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以下三项将在述职现场做实际演示，此处为效果留档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49808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9808" y="2596896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3163824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现场演示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抓挠检测效果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信号实时推理，视频与识别结果同步比对，可直观看到抓挠片段的检出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06824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4507992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07992" y="2596896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4507992" y="3163824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现场演示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526280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数据标注平台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26280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数据挂载、成员分级权限、视频标注流畅度优化后的实际操作界面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065008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8266176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66176" y="2596896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8266176" y="3163824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现场演示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284464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牙齿识别效果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284464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基于图像的犬只识别能力延伸，用于后续口腔健康相关方向的探索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核心成果四：数据资源体系从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数据是算法的上限。试用期内主动推动，把「无数据可用」变成「稳定可持续的采集供给」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模拟数据起步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 IMU 数据模拟生成器，跑通端到端流程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首批真实数据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影棚落地采集，攻克时间戳对齐，标注工具就绪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采集标准化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方案定型：IMU + 双视角 USB 摄像头；犬只扩至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 2 份采集方案供商务洽谈；沙井成本过高转向龙岗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狗场落地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龙岗实地考察通过，6 间 6 只具备正式采集条件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9743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0 → 4 只（大 / 中 / 小体型覆盖）  ·  龙岗狗场 6 间 6 只已谈妥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303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长远按 30 → 50 → 70 → 100 → 150 只分阶段扩大，先跑通小规模流程再有序放量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08776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D5D0F7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64808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主动推动的关键判断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4974336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沙井狗场报价 1000 元/犬/天，判断成本不经济果断放弃；主动输出采集需求方案供商务对接，转向龙岗并推动落地，避免了资源与时间的无效投入。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核心成果五：跨团队协作与主动推动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084832" y="16459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数据库架构调整（IMU 六轴迁移 TDengine）、服务联调、模型服务外网对接打通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40864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52374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52374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084832" y="243230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对接、明确算法实现边界、皮肤评估方案共同推敲与验证反馈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27248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31012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" y="331012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84832" y="321868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定位并反馈 TF 卡周期性丢数据、蓝牙遮挡断传等问题，推动修复与设备交付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13632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40965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8096" y="409651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084832" y="400507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示范标注工具用法，建立多人协同标注分工，推动兽医参与皮肤评估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88289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88289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084832" y="479145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预留测试接口；推动算法研发在 ONES 单独立项，建立规范化管理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10144" y="1554480"/>
            <a:ext cx="3630168" cy="393192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47888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主动提出的建议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47888" y="215798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质疑临床阈值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266176" y="2432304"/>
            <a:ext cx="31638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实测博美一晚抓挠 10-20 次，推算全天极可能超 30 次但皮肤无异常，提出需重新调研基线依据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247888" y="3291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建议竞品对标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266176" y="3566160"/>
            <a:ext cx="31638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建议采购 FitBark / Tractive 等竞品实测，同步佩戴对比数据与识别效果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8247888" y="442569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8266176" y="4700016"/>
            <a:ext cx="31638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即便算法仅一人，也应在 ONES 立项，明确阶段目标与验收标准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每周输出完成项、进度、复盘、风险与计划，节奏无中断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每个工作项都给出明确结论，而非只罗列过程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阻塞点定位到根因再解决：时间戳对齐、推理不一致、标注错误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模型从初版到达标用了 6 周、皮肤评估从方案到 Web 系统上线用了 3 周、数据平台从 0 到多人协同可用用了 4 周 —— 每个模块都有明确的起点、节奏与交付结果。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个人成长与方法论沉淀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 &gt; 数据量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全量复核并修正标注错误后训练的模型，效果优于单纯增加数据量。定期全量复核与工程化错误检测，比盲目堆数据更有效。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用模型输出反推数据缺口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按置信度区间分层分析误识别与漏识别，定向补充负样本，形成「测试发现问题→补充数据→迭代」的闭环，比增量数据更高效。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先分清是算法问题还是定义问题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活动与睡觉混淆的根因是业务边界模糊，不是模型能力不足。算法无法自行划定业务语义，须先对齐定义再训练。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工程能力决定算法能否落地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服务化部署、接口稳定、与后端联通，才是算法进入产品流程的标志。效果好只是研发侧的里程碑。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及时验证、及时放弃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RTSP 方案在验证发现网络抖动导致延迟不可预测后果断放弃，收敛至可控方案，避免沉没成本继续扩大。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客观看待当前短板，每一项都有明确的改进路径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377440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43584" y="23957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跨个体泛化能力不足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785616" y="2194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新个体马尔济斯 F1 仅 70%，训练个体达 90%。根因是训练覆盖的犬只个体数太少，品种、体型、运动习惯差异大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808976" y="2194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推动狗场采集落地，将训练个体扩至 10 只以上，再以全新个体验证泛化，目标 85%+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48640" y="3127248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419856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343814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松动检测尚未启动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785616" y="323697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优先级让位于抓挠识别与皮肤评估；且松动判定边界本身需与产品、兽医对齐才能定义清楚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808976" y="323697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与产品、兽医对齐判定标准后启动开发，与未佩戴检测共同构成全天有效佩戴时间统计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48640" y="4169664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462272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462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43584" y="448056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皮肤评估依赖合成数据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785616" y="427939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版仍基于合成数据训练，真实病例样本积累不足，个体基线机制尚未落地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08976" y="427939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持续推动兽医参与评估标注，积累真实数据做二次训练；优先开发个体基线机制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48640" y="5212080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504688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43584" y="552297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业务理解仍需加深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785616" y="532180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对犬只行为的业务语义、兽医临床判断标准的理解，仍主要依赖他人输入，独立判断力有待加强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08976" y="532180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主动向兽医与产品请教，系统补充宠物皮肤健康领域知识，减少反复对齐成本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推动龙岗狗场正式采集落地，训练个体扩至 10 只以上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数据平台上线 AI 自动标注，加速人工审核效率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完成皮肤评估个体基线机制，解决 C2 误触发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与产品、兽医对齐活动/睡觉业务边界与松动判定标准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抓挠识别跨个体泛化达到 85%+，模型具备真正通用性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皮肤健康评估完成真实数据二次训练并上线验证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补齐松动检测，形成完整的全天有效佩戴时间统计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只分阶段有序扩大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沉淀可复用的采集—标注—训练—部署标准流程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推动算法能力从「能识别」走向「能给出可信健康结论」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建立竞品对标机制，明确我方算法能力边界与优势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随团队规模扩大，输出规范让算法工作可协同、可交接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这需要数据规模、算法能力与业务定义三者同步推进，也需要产品、兽医、后端、硬件各方持续配合，我会主动承担起推动这条链路的责任。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 Toky   |   AI 算法工程师   |   2026.10.08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朱业拓 Toky</dc:creator>
  <cp:lastModifiedBy>朱业拓 Toky</cp:lastModifiedBy>
  <cp:revision>1</cp:revision>
  <dcterms:created xsi:type="dcterms:W3CDTF">2026-09-10T02:47:32Z</dcterms:created>
  <dcterms:modified xsi:type="dcterms:W3CDTF">2026-09-10T02:47:32Z</dcterms:modified>
</cp:coreProperties>
</file>