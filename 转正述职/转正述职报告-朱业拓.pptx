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Toky。今天向大家汇报我在试用期内的工作与成果。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汇报分五部分，重点是第二部分试用期关键成果。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这一页是全篇的骨架。我想强调的不是某个具体分数，而是这六件事在我来之前都不存在，现在都跑通了，而且是彼此打通的一条链路。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这一页我不想强调分数。要讲清楚的是：3 只狗训出来的模型在这 3 只身上 85%，换一只没见过的马尔济斯就掉到 75% 且误报变多；把它的数据加进去重训，4 只又回到 85%。这说明模型现在是靠见过才准，4 只狗的覆盖量远不足以推给线上用户。所以我建立的方法是持续用新个体做泛化检验，狗场先加 6 只。如果被问到具体数字，说明这是算法侧数据集测试，还没经过测试同事验收。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行为识别四分类已成型；皮肤评估采取规则版与ML版双线并行，在数据不充足时降低单线失败风险。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这四套系统是试用期最实在的产出。采集解决数据从哪来，平台解决数据怎么变成标注，训练解决模型怎么出来，服务解决模型怎么用起来。四套打通，算法才能自己转起来。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平台是我认为试用期最有复用价值的产出。它把采集、标注、训练、测试、服务串成一条链路，三套算法都跑在上面。最关键的两个机制是 AI 预标注和疑似片段主动召回 —— 前者把人从重复劳动里解放出来，后者让人力集中在模型最不确定的地方。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这一页配合现场演示：先放抓挠检测的实际效果，再演示标注平台的操作，最后展示口腔牙结石识别。演示时长控制在 2 分钟内。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现场点开视频播放。重点讲两个机制：AI 预标注让人从「从头标」变成「审核修正」；疑似片段召回把模型最不确定的样本主动推给人工，这两条是标注效率和数据质量的关键。播放控制在 1-2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数据资源不能被动等待。从模拟数据起步，到影棚落地，再到狗场合作谈成，这条线是我主动推动的。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算法虽然只有我一个人，但工作是高度依赖协作的。我也会主动提出自己的判断，而不只是执行。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这五条是我试用期最重要的方法论沉淀，也是我认为可以持续复用到后续工作中的东西。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这一页是我对自己短板的判断。泛化能力是当前最需要解决的问题，其他三项也都有明确路径。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下一步我最想解决的是泛化能力问题，这决定了产品能不能面向所有用户的狗。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video" Target="../media/media-10-2.mp4"/><Relationship Id="rId3" Type="http://schemas.microsoft.com/office/2007/relationships/media" Target="../media/media-10-2.mp4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599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朱业拓  Toky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09928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自我介绍与岗位理解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36192" y="20299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我是谁，以及我如何理解这个岗位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" y="2651760"/>
            <a:ext cx="512064" cy="51206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" y="2651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17904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6192" y="29718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算法指标 · 工程平台 · 效果演示 · 数据资源 · 跨团队协作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564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593592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593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17904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持续产出的验证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36192" y="39136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进度曲线与迭代节奏，证明可持续交付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" y="4535424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17904" y="4544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个人成长与沉淀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36192" y="48554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方法论沉淀与认知提升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4009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5477256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5477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517904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待提升点与下一步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536192" y="579729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短板认知与后续规划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810512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朱业拓 / Toky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至 2026.10.12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犬只行为识别算法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皮肤健康评估算法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算法岗不止是训模型 —— 是把「传感器信号」变成「可信的健康结论」的全链路负责人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 0 建立采集—标注—验证闭环，数据质量是算法上限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行为识别与健康评估建模，用指标与真实场景双重验证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把模型做成稳定可调用的服务，能上线才算落地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KEY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试用期关键成果：从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入职时算法侧没有数据、没有模型、没有平台。试用期的主线是把这条路蹚出来 —— 每一环都从无到有跑通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86384" y="17373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66744" y="1737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638544" y="1737360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8483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86384" y="22311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24942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无模型，无标注数据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72784" y="230428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38544" y="221284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 / 活动 / 睡觉 / 未佩戴 四类可用，稳定版 v2 已在算法侧验证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2761488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6384" y="29077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3657600" y="29260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只有一份待定的评分方案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272784" y="2980944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638544" y="288950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规则版与 ML 版闭环跑通，每犬每日自动出结果，路径已验证可行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48640" y="3438144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86384" y="358444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数据采集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657600" y="360273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无设备、无场地、无流程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72784" y="3657600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38544" y="356616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机位 × 12 设备无人值守采集，视频与 IMU 帧级同步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48640" y="4114800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6384" y="426110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标注体系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3657600" y="427939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无工具，无流程，无人手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272784" y="4334256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638544" y="424281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自研平台上线，AI 预标注 + 多人协同审核，标注质量可追溯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48640" y="4791456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86384" y="49377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在线服务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3657600" y="49560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272784" y="5010912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38544" y="491947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已交付后端并完成外网部署，App → 后端 → 算法全链路跑通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48640" y="546811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86384" y="56144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可采集犬只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3657600" y="563270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只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272784" y="568756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638544" y="559612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4 只（大 / 中 / 小），龙岗狗场 6 只已谈妥待进场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算法整体进度由入职时的 45% 推进到 87%，16 周持续投入，无停滞周。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CORE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核心成果一：行为识别从 0 到可用，并建立泛化验证方法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模型能不能用，不看它在训练过的狗身上多准，而看它在没见过的狗身上掉多少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19072"/>
            <a:ext cx="3575304" cy="2414016"/>
          </a:xfrm>
          <a:prstGeom prst="roundRect">
            <a:avLst>
              <a:gd name="adj" fmla="val 3788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86384" y="192024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86384" y="1920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335024" y="19568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初版模型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432304"/>
            <a:ext cx="3035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基于影棚 3 只犬的数据训练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926080"/>
            <a:ext cx="3035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训练涉及的 3 只犬：准确率约 85%</a:t>
            </a:r>
            <a:endParaRPr lang="en-US" sz="10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马尔济斯（全新个体，未参与训练）：约 75%，且误报明显偏多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306824" y="1719072"/>
            <a:ext cx="3575304" cy="2414016"/>
          </a:xfrm>
          <a:prstGeom prst="roundRect">
            <a:avLst>
              <a:gd name="adj" fmla="val 3788"/>
            </a:avLst>
          </a:prstGeom>
          <a:solidFill>
            <a:srgbClr val="F3F1FF"/>
          </a:solidFill>
          <a:ln/>
        </p:spPr>
      </p:sp>
      <p:sp>
        <p:nvSpPr>
          <p:cNvPr id="13" name="Shape 10"/>
          <p:cNvSpPr/>
          <p:nvPr/>
        </p:nvSpPr>
        <p:spPr>
          <a:xfrm>
            <a:off x="4544568" y="192024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44568" y="1920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093208" y="19568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补充新个体后重训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581144" y="2432304"/>
            <a:ext cx="3035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把马尔济斯数据纳入训练，产出稳定版 v2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581144" y="2926080"/>
            <a:ext cx="3035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只犬准确率回到 85% 上下，误报收敛</a:t>
            </a:r>
            <a:endParaRPr lang="en-US" sz="10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但这恰恰说明：模型是靠「见过」才准的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065008" y="1719072"/>
            <a:ext cx="3575304" cy="2414016"/>
          </a:xfrm>
          <a:prstGeom prst="roundRect">
            <a:avLst>
              <a:gd name="adj" fmla="val 3788"/>
            </a:avLst>
          </a:prstGeom>
          <a:solidFill>
            <a:srgbClr val="452D8D"/>
          </a:solidFill>
          <a:ln/>
        </p:spPr>
      </p:sp>
      <p:sp>
        <p:nvSpPr>
          <p:cNvPr id="19" name="Shape 16"/>
          <p:cNvSpPr/>
          <p:nvPr/>
        </p:nvSpPr>
        <p:spPr>
          <a:xfrm>
            <a:off x="8302752" y="1920240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302752" y="1920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851392" y="19568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由此得出的结论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339328" y="2432304"/>
            <a:ext cx="3035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只犬支撑不起面向线上用户的通用模型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8339328" y="2926080"/>
            <a:ext cx="3035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每引入一个新个体，都是一次真实的泛化检验</a:t>
            </a:r>
            <a:endParaRPr lang="en-US" sz="10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个体覆盖不足时，新用户的狗大概率落在 75% 那一档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48640" y="438912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D5D0F7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04672" y="462686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验证方法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432304" y="4553712"/>
            <a:ext cx="901598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持续用「少量个体训练出的模型」去测全新样本，观察准确率与误报的变化 —— 这是检验通用性与鲁棒性最直接的手段。下一步先在狗场加 6 只（1-2 周），跑完再继续扩，每一轮都重复这个验证。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说明：以上为算法侧使用自建数据集的测试结果，尚未经测试团队验收，也未在线上用户环境验证。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CAPABILITY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核心成果二：算法能力矩阵与皮肤健康评估方案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行为识别：4 分类能力已成型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883664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9659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311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v2，4 只犬算法侧验证可用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138928" y="2075688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138928" y="207568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48640" y="2642616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27249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活动检测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299008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 80%+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138928" y="2834640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138928" y="283464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3401568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4838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 / 休息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37490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 80%+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138928" y="3593592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38928" y="3593592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48640" y="4160520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04672" y="42428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未佩戴检测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0799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已训练为独立类别，线上服务待接入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138928" y="4352544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38928" y="4352544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已训练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345936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皮肤健康评估：从 0 到跑通闭环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327648" y="1883664"/>
            <a:ext cx="5312664" cy="1481328"/>
          </a:xfrm>
          <a:prstGeom prst="roundRect">
            <a:avLst>
              <a:gd name="adj" fmla="val 6173"/>
            </a:avLst>
          </a:prstGeom>
          <a:solidFill>
            <a:srgbClr val="F3F1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565392" y="20299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规则统计版（SBS）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前后端 Web 系统完成，兽医问答交互可用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联通每日抓挠数据，驱动规则引擎计算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可解释性强，供产品与兽医直接验证反馈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327648" y="3511296"/>
            <a:ext cx="5312664" cy="1700784"/>
          </a:xfrm>
          <a:prstGeom prst="roundRect">
            <a:avLst>
              <a:gd name="adj" fmla="val 5376"/>
            </a:avLst>
          </a:prstGeom>
          <a:solidFill>
            <a:srgbClr val="452D8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565392" y="36576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机器学习版（双模型架构）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3968496"/>
            <a:ext cx="4846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 A：44 特征 → C0 / C1 / C2，每日自动运行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 B：54 特征（含问答）→ S0 / S1 / S2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合成数据上已验证方案可行，真实数据到位后即可二次训练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个体基线三套实现并行，内部每日运行、边跑边调优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35838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04672" y="54864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当前状态与判断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3200400" y="54681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链路已跑通、每日自动出结果，方向基本验证可行。当前评分阈值仍会误触发（抓挠确实多，但皮肤无可见病变），根因是「抓挠强度 → 皮肤病变」这一步缺临床数据校准。路子已摸清，等兽医标注数据到位即可收敛。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SYSTEMS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核心成果三：四套系统自建，全链路打通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从零搭起采集、平台、训练、服务四套系统，彼此打通 —— 算法能自己转起来，靠的是这条链路而不是单个模型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采集与同步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663440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663440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数据入口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witmotion_imu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路摄像头 × M 个 IMU 帧级同步，现场 6 机位 / 12 设备无人值守运行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单一时钟 + IMU 事件驱动取帧 + 墙钟时间戳变帧率写入，同步由构造保证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 HICC 项圈 0x55AA 协议解析（含校验与授时），兼容 WitMotion 双帧格式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208776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3096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标注与训练平台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10323576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323576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数据加工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label_infra / smart-label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483096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标注任务分发、认领、审核、复核全流程，分级权限与数据隔离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自研平台替代 Label Studio，历史标注数据完整迁移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预标注 → 疑似片段召回 → 多人协同审核 → 导出训练 → 模型热切换闭环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8640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2960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模型训练与皮肤评估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4663440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663440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模型产出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imu_train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多种模型架构可横向对比，特征工程与评测流程标准化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事件级评测指标自研实现，能看出「一次抓挠被切成几段」这类错误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皮肤评估三条技术路线：SBS 规则引擎 / 两阶段 ML / 分层贝叶斯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08776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3096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在线推理与评估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10323576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323576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线上落地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492240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algo_service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483096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秒增量推理 + 每日批量评估 + 每日基线更新，三条调度链路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TDengine 时序库 + MySQL 按设备分表，按用户本地时区切天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单元测试覆盖特征、评分、基线等核心逻辑，不依赖外部服务即可跑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已交付后端并完成外网部署，App → 后端 → 算法全链路跑通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0899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四套系统均配有设计文档：系统设计、临床量表设计、数据异常处理预案、标注规范、ML 迁移方案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02.4  PLATFORM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核心成果四：算法平台全链路自建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从原始数据到多套算法上线，全链路自建并打通 —— 不只是标注工具，而是支撑算法持续迭代的基础设施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数据采集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预标注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分发与审核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模型训练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模型测试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多算法服务</a:t>
            </a:r>
            <a:endParaRPr lang="en-US" sz="1150" dirty="0"/>
          </a:p>
        </p:txBody>
      </p:sp>
      <p:pic>
        <p:nvPicPr>
          <p:cNvPr id="23" name="Image 1" descr="media/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50592"/>
            <a:ext cx="6035040" cy="286207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48640" y="5385816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标注审核工作台：三路摄像头同步 + IMU 波形对齐，AI 预标片段与疑似片段并列待人工确认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803136" y="2450592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26" name="Shape 22"/>
          <p:cNvSpPr/>
          <p:nvPr/>
        </p:nvSpPr>
        <p:spPr>
          <a:xfrm>
            <a:off x="7004304" y="2688336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004304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7498080" y="25603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预标注，人工只做确认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498080" y="2834640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模型先跑出候选片段并标注来源与置信度，人工从「从头标」变为「审核与修正」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803136" y="3447288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1" name="Shape 27"/>
          <p:cNvSpPr/>
          <p:nvPr/>
        </p:nvSpPr>
        <p:spPr>
          <a:xfrm>
            <a:off x="7004304" y="3685032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004304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7498080" y="35570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疑似片段主动召回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498080" y="3831336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模型低置信片段（如 37%）结合频谱线索自动推送复核，专门捕捉模型最不确定的样本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6803136" y="4443984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6" name="Shape 32"/>
          <p:cNvSpPr/>
          <p:nvPr/>
        </p:nvSpPr>
        <p:spPr>
          <a:xfrm>
            <a:off x="7004304" y="4681728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7004304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7498080" y="455371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多人协同审核流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7498080" y="4828032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任务认领、整份通过、分级权限与数据隔离，支撑标注规模化扩大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548640" y="5760720"/>
            <a:ext cx="11091672" cy="658368"/>
          </a:xfrm>
          <a:prstGeom prst="roundRect">
            <a:avLst>
              <a:gd name="adj" fmla="val 13889"/>
            </a:avLst>
          </a:prstGeom>
          <a:solidFill>
            <a:srgbClr val="452D8D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804672" y="59618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平台承载的算法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2743200" y="594360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行为识别（抓挠 / 活动 / 睡觉 / 未佩戴）　·　皮肤健康评估（规则统计版 + ML 版）　·　口腔牙结石识别</a:t>
            </a:r>
            <a:endParaRPr lang="en-US" sz="1100" dirty="0"/>
          </a:p>
        </p:txBody>
      </p:sp>
      <p:sp>
        <p:nvSpPr>
          <p:cNvPr id="43" name="Text 3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02.7 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算法效果与平台演示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以下三项将在述职现场做实际演示，此处为效果留档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49808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pic>
        <p:nvPicPr>
          <p:cNvPr id="8" name="Image 1" descr="media/scrat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174685"/>
            <a:ext cx="3172968" cy="166738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68096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抓挠检出与人工确认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68096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三路画面同步回看，模型预标片段置信度 88%，疑似片段 37% 待确认（下页视频演示）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306824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12" name="Shape 8"/>
          <p:cNvSpPr/>
          <p:nvPr/>
        </p:nvSpPr>
        <p:spPr>
          <a:xfrm>
            <a:off x="4507992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pic>
        <p:nvPicPr>
          <p:cNvPr id="13" name="Image 2" descr="media/plat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2255622"/>
            <a:ext cx="3172968" cy="15055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526280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526280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每犬每日自动跑出有效佩戴、抓挠统计、C 值与 S 总分，AI 版与人工版并列对比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8065008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17" name="Shape 12"/>
          <p:cNvSpPr/>
          <p:nvPr/>
        </p:nvSpPr>
        <p:spPr>
          <a:xfrm>
            <a:off x="8266176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pic>
        <p:nvPicPr>
          <p:cNvPr id="18" name="Image 3" descr="media/tart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4656" y="1938528"/>
            <a:ext cx="2376008" cy="213969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284464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8284464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图片 / 视频 / 摄像头实时三种模式，正常与异常识别置信度 0.91 / 0.92</a:t>
            </a:r>
            <a:endParaRPr lang="en-US" sz="105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02.7 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演示：抓挠检出与人工确认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3776" y="1609344"/>
            <a:ext cx="7699248" cy="3706657"/>
          </a:xfrm>
          <a:prstGeom prst="roundRect">
            <a:avLst>
              <a:gd name="adj" fmla="val 1974"/>
            </a:avLst>
          </a:prstGeom>
          <a:solidFill>
            <a:srgbClr val="452D8D"/>
          </a:solidFill>
          <a:ln/>
        </p:spPr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664208"/>
            <a:ext cx="7589520" cy="359692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407441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放映时点击画面播放；也可双击后在播放器中全屏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8375904" y="170078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这段演示里请看四处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8357616" y="2139696"/>
            <a:ext cx="3282696" cy="859536"/>
          </a:xfrm>
          <a:prstGeom prst="roundRect">
            <a:avLst>
              <a:gd name="adj" fmla="val 10638"/>
            </a:avLst>
          </a:prstGeom>
          <a:solidFill>
            <a:srgbClr val="F3F1FF"/>
          </a:solidFill>
          <a:ln/>
        </p:spPr>
      </p:sp>
      <p:sp>
        <p:nvSpPr>
          <p:cNvPr id="10" name="Shape 6"/>
          <p:cNvSpPr/>
          <p:nvPr/>
        </p:nvSpPr>
        <p:spPr>
          <a:xfrm>
            <a:off x="8540496" y="2377440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8540496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9034272" y="224942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9034272" y="25237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三个机位与 IMU 波形共用一条时间轴，可逐帧回看同一时刻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8357616" y="3108960"/>
            <a:ext cx="3282696" cy="859536"/>
          </a:xfrm>
          <a:prstGeom prst="roundRect">
            <a:avLst>
              <a:gd name="adj" fmla="val 10638"/>
            </a:avLst>
          </a:prstGeom>
          <a:solidFill>
            <a:srgbClr val="F3F1FF"/>
          </a:solidFill>
          <a:ln/>
        </p:spPr>
      </p:sp>
      <p:sp>
        <p:nvSpPr>
          <p:cNvPr id="15" name="Shape 11"/>
          <p:cNvSpPr/>
          <p:nvPr/>
        </p:nvSpPr>
        <p:spPr>
          <a:xfrm>
            <a:off x="8540496" y="3346704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8540496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9034272" y="321868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预标片段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9034272" y="349300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模型标出 11.7 秒抓挠，置信度 88%，来源标记「AI 待确认」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8357616" y="4078224"/>
            <a:ext cx="3282696" cy="859536"/>
          </a:xfrm>
          <a:prstGeom prst="roundRect">
            <a:avLst>
              <a:gd name="adj" fmla="val 10638"/>
            </a:avLst>
          </a:prstGeom>
          <a:solidFill>
            <a:srgbClr val="D5D0F7"/>
          </a:solidFill>
          <a:ln/>
        </p:spPr>
      </p:sp>
      <p:sp>
        <p:nvSpPr>
          <p:cNvPr id="20" name="Shape 16"/>
          <p:cNvSpPr/>
          <p:nvPr/>
        </p:nvSpPr>
        <p:spPr>
          <a:xfrm>
            <a:off x="8540496" y="4315968"/>
            <a:ext cx="384048" cy="38404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8540496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9034272" y="41879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疑似片段召回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9034272" y="44622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模型低置信 37% 的片段被单独挑出，等人工裁决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8357616" y="5047488"/>
            <a:ext cx="3282696" cy="859536"/>
          </a:xfrm>
          <a:prstGeom prst="roundRect">
            <a:avLst>
              <a:gd name="adj" fmla="val 10638"/>
            </a:avLst>
          </a:prstGeom>
          <a:solidFill>
            <a:srgbClr val="F3F1FF"/>
          </a:solidFill>
          <a:ln/>
        </p:spPr>
      </p:sp>
      <p:sp>
        <p:nvSpPr>
          <p:cNvPr id="25" name="Shape 21"/>
          <p:cNvSpPr/>
          <p:nvPr/>
        </p:nvSpPr>
        <p:spPr>
          <a:xfrm>
            <a:off x="8540496" y="5285232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8540496" y="5285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9034272" y="515721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审核动作</a:t>
            </a:r>
            <a:endParaRPr lang="en-US" sz="1150" dirty="0"/>
          </a:p>
        </p:txBody>
      </p:sp>
      <p:sp>
        <p:nvSpPr>
          <p:cNvPr id="28" name="Text 24"/>
          <p:cNvSpPr txBox="1"/>
          <p:nvPr/>
        </p:nvSpPr>
        <p:spPr>
          <a:xfrm>
            <a:off x="9034272" y="543153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认领并修改 / 整份通过 / 抓挠确认无误，支撑多人协同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566928" y="6035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模型先标，人工只做确认与修正；模型最不确定的片段被主动推到人工面前 —— 人力花在最有价值的地方。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02.5  DATA ASSETS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核心成果五：数据资源体系从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数据是算法的上限。试用期内主动推动，把「无数据可用」变成「稳定可持续的采集供给」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模拟数据起步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 IMU 数据模拟生成器，跑通端到端流程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98064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3017520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017520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首批真实数据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影棚落地采集，攻克时间戳对齐，标注工具就绪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47488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7" name="Shape 14"/>
          <p:cNvSpPr/>
          <p:nvPr/>
        </p:nvSpPr>
        <p:spPr>
          <a:xfrm>
            <a:off x="5266944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266944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266944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采集标准化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266944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方案定型：IMU + 双视角 USB 摄像头；犬只扩至 3 只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296912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516368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516368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516368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规模化铺路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7516368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 2 份采集方案供商务洽谈；沙井成本过高转向龙岗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546336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9765792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765792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狗场落地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9765792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龙岗实地考察通过，6 间 6 只具备正式采集条件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48640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452D8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04672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可采集犬只资源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97433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0 → 4 只（大 / 中 / 小体型覆盖）  ·  龙岗狗场 6 间 6 只已谈妥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3035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长远按 30 → 50 → 70 → 100 → 150 只分阶段扩大，先跑通小规模流程再有序放量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208776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D5D0F7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464808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主动推动的关键判断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6483096" y="4974336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沙井狗场报价 1000 元/犬/天，判断成本不经济果断放弃；主动输出采集需求方案供商务对接，转向龙岗并推动落地，避免了资源与时间的无效投入。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02.6  COLLABORATION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核心成果六：跨团队协作与主动推动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68096" y="1737360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8096" y="173736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084832" y="1645920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数据库架构调整（IMU 六轴迁移 TDengine）；交付算法服务打包工程，后端完成外网部署，App → 后端 → 算法全链路跑通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340864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523744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523744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084832" y="2432304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对接、明确算法实现边界、皮肤评估方案共同推敲与验证反馈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3127248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310128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8096" y="3310128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硬件厂商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084832" y="3218688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定位并反馈 TF 卡周期性丢数据、蓝牙遮挡断传等问题，推动修复与设备交付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3913632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4096512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8096" y="4096512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 / 产品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2084832" y="4005072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示范标注工具用法，建立多人协同标注分工，推动兽医参与皮肤评估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4700016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4882896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4882896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 / 项目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2084832" y="4791456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预留测试接口；推动算法研发在 ONES 单独立项，建立规范化管理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10144" y="1554480"/>
            <a:ext cx="3630168" cy="3931920"/>
          </a:xfrm>
          <a:prstGeom prst="roundRect">
            <a:avLst>
              <a:gd name="adj" fmla="val 2519"/>
            </a:avLst>
          </a:prstGeom>
          <a:solidFill>
            <a:srgbClr val="452D8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247888" y="1737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主动响应与建议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247888" y="212140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天完成口腔识别可行性验证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266176" y="2377440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产品负责人提出口腔健康方向后，当天做出犬只牙结石（正常/异常）识别原型，含图片、视频、摄像头实时三种模式，用于验证算法可行性与实际落点效果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8247888" y="298094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质疑临床抓挠阈值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8266176" y="323697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实测博美一晚抓挠 10-20 次，推算全天极可能超 30 次但皮肤无异常，提出需重新调研基线依据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8247888" y="384048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建议竞品对标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266176" y="4096512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建议采购 FitBark / Tractive 等竞品实测，同步佩戴对比数据与识别效果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8247888" y="4700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推动规范立项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66176" y="4956048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即便算法仅一人，也应在 ONES 立项，明确阶段目标与验收标准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每周输出完成项、进度、复盘、风险与计划，节奏无中断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每个工作项都给出明确结论，而非只罗列过程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阻塞点定位到根因再解决：时间戳对齐、推理不一致、标注错误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模型从初版到达标用了 6 周、皮肤评估从方案到 Web 系统上线用了 3 周、数据平台从 0 到多人协同可用用了 4 周 —— 每个模块都有明确的起点、节奏与交付结果。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个人成长与方法论沉淀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19072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35024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 &gt; 数据量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训练集导出时把「存疑」时段从重叠标注中挖掉 —— 不挖的话，一段大概率是抓挠的区间会被当作负样本喂给模型，比没有这条数据更糟。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8776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1719072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用模型输出反推数据缺口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把模型低置信片段与频谱线索单独建表推送人工复核：确认的是漏检、否决的是误检，两者都是重训练最有价值的样本。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29184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35024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先分清是算法问题还是定义问题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活动与睡觉混淆的根因是业务边界模糊，不是模型能力不足。算法无法自行划定业务语义，须先对齐定义再训练。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208776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446520" y="329184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发现自己的错误要主动报出来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自查发现合成数据里特征与标签共用了同一个生成表达式，虚高的宏 F1 0.957 修正后降到 0.886，写进文档公开。宁可报低，不留隐患。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663440"/>
            <a:ext cx="11091672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4864608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35024" y="49011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及时验证、及时放弃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340096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RTSP 方案验证发现网络抖动导致延迟不可预测后果断放弃，收敛至 USB 本地录制；实测两种重采样算法差异达信号标准差的 6-8%，也是靠实测而非推理定论。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待提升点与改进计划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客观看待当前短板，每一项都有明确的改进路径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785616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现状与原因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08976" y="173736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84832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377440"/>
            <a:ext cx="365760" cy="36576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43584" y="23957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个体覆盖不足，泛化未验证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785616" y="2194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训练只覆盖 4 只犬。新个体上准确率明显下降、误报增多；补进数据重训后才回升，说明模型仍依赖「见过」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7808976" y="2194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只（1-2 周），跑完再逐步扩；每加一批都用新个体重新检验通用性与鲁棒性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48640" y="3127248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8096" y="3419856"/>
            <a:ext cx="365760" cy="36576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243584" y="343814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松动检测尚未启动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785616" y="3236976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优先级让位于抓挠识别与皮肤评估；且松动判定边界本身需与产品、兽医对齐才能定义清楚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808976" y="3236976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与产品、兽医对齐判定标准后启动开发，与未佩戴检测共同构成全天有效佩戴时间统计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48640" y="4169664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4462272"/>
            <a:ext cx="365760" cy="36576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4462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243584" y="448056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皮肤评估依赖合成数据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785616" y="4279392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版仍基于合成数据训练，真实病例样本积累不足；个体基线已落地但仅内部运行，尚未推上线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08976" y="4279392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持续推动兽医参与评估标注，积累真实数据做二次训练；个体基线跟踪调优后推上线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48640" y="5212080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504688"/>
            <a:ext cx="365760" cy="36576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68096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43584" y="552297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业务理解仍需加深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785616" y="532180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对犬只行为的业务语义、兽医临床判断标准的理解，仍主要依赖他人输入，独立判断力有待加强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7808976" y="532180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主动向兽医与产品请教，系统补充宠物皮肤健康领域知识，减少反复对齐成本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下一步：与团队共同达成目标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近期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847088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个月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推动龙岗狗场正式采集落地，先补 6 只犬并完成一轮泛化检验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数据平台上线 AI 自动标注，加速人工审核效率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个体基线持续调优并推上线，解决 C2 误触发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与产品、兽医对齐活动/睡觉业务边界与松动判定标准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4562856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62856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05272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3-6 个月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81144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个体覆盖扩大后，模型在全新犬只上表现稳定，具备推向用户的条件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皮肤健康评估完成真实数据二次训练并上线验证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补齐松动检测，形成完整的全天有效佩戴时间统计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采集规模按 30 → 50 → 70 只分阶段有序扩大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65008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8321040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7BA5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2104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363456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持续投入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339328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沉淀可复用的采集—标注—训练—部署标准流程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推动算法能力从「能识别」走向「能给出可信健康结论」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建立竞品对标机制，明确我方算法能力边界与优势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随团队规模扩大，输出规范让算法工作可协同、可交接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4864608"/>
            <a:ext cx="11091672" cy="1225296"/>
          </a:xfrm>
          <a:prstGeom prst="roundRect">
            <a:avLst>
              <a:gd name="adj" fmla="val 7463"/>
            </a:avLst>
          </a:prstGeom>
          <a:solidFill>
            <a:srgbClr val="452D8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2960" y="5029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共同目标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303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让算法从「跑得通」走向「靠得住」—— 成为产品可以放心依赖的健康判断能力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841248" y="568756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这需要数据规模、算法能力与业务定义三者同步推进，也需要产品、兽医、后端、硬件各方持续配合，我会主动承担起推动这条链路的责任。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朱业拓  Toky   |   AI 算法工程师   |   2026.10.08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朱业拓 Toky</dc:creator>
  <cp:lastModifiedBy>朱业拓 Toky</cp:lastModifiedBy>
  <cp:revision>1</cp:revision>
  <dcterms:created xsi:type="dcterms:W3CDTF">2026-09-10T04:36:33Z</dcterms:created>
  <dcterms:modified xsi:type="dcterms:W3CDTF">2026-09-10T04:36:33Z</dcterms:modified>
</cp:coreProperties>
</file>