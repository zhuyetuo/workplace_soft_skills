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抓挠识别 F1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80</c:v>
                </c:pt>
                <c:pt idx="2">
                  <c:v>85</c:v>
                </c:pt>
                <c:pt idx="3">
                  <c:v>90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8.31 目标线 85%</c:v>
                </c:pt>
              </c:strCache>
            </c:strRef>
          </c:tx>
          <c:spPr>
            <a:solidFill>
              <a:srgbClr val="FCC279"/>
            </a:solidFill>
            <a:ln w="38100" cap="flat">
              <a:solidFill>
                <a:srgbClr val="FCC279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CC279"/>
              </a:solidFill>
              <a:ln w="9525" cap="flat">
                <a:solidFill>
                  <a:srgbClr val="FCC27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7.20 初版</c:v>
                  </c:pt>
                  <c:pt idx="1">
                    <c:v>7.27 迭代</c:v>
                  </c:pt>
                  <c:pt idx="2">
                    <c:v>8.03 达标</c:v>
                  </c:pt>
                  <c:pt idx="3">
                    <c:v>8.24 全量复核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</c:v>
                </c:pt>
                <c:pt idx="1">
                  <c:v>85</c:v>
                </c:pt>
                <c:pt idx="2">
                  <c:v>85</c:v>
                </c:pt>
                <c:pt idx="3">
                  <c:v>85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E688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这一页是总览。六个数字概括试用期：进度、模型指标、能力覆盖、工程攻坚、方案产出、数据资源。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这是试用期最核心的算法成果。8月31日的目标是F1≥85%，我在8月3日提前四周达成，随后通过全量复核把训练个体上的准确率推到90%。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行为识别四分类已成型；皮肤评估采取规则版与ML版双线并行，在数据不充足时降低单线失败风险。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这四套系统是试用期最实在的产出。采集解决数据从哪来，平台解决数据怎么变成标注，训练解决模型怎么出来，服务解决模型怎么用起来。四套打通，算法才能自己转起来。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平台是我认为试用期最有复用价值的产出。它把采集、标注、训练、测试、服务串成一条链路，三套算法都跑在上面。最关键的两个机制是 AI 预标注和疑似片段主动召回 —— 前者把人从重复劳动里解放出来，后者让人力集中在模型最不确定的地方。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这一页配合现场演示：先放抓挠检测的实际效果，再演示标注平台的操作，最后展示口腔牙结石识别。演示时长控制在 2 分钟内。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数据资源不能被动等待。从模拟数据起步，到影棚落地，再到狗场合作谈成，这条线是我主动推动的。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算法虽然只有我一个人，但工作是高度依赖协作的。我也会主动提出自己的判断，而不只是执行。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599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算法指标 · 工程平台 · 效果演示 · 数据资源 · 跨团队协作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810512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/ Toky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至 2026.10.12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犬只行为识别算法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皮肤健康评估算法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算法岗不止是训模型 —— 是把「传感器信号」变成「可信的健康结论」的全链路负责人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0 建立采集—标注—验证闭环，数据质量是算法上限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行为识别与健康评估建模，用指标与真实场景双重验证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把模型做成稳定可调用的服务，能上线才算落地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试用期关键成果总览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从「无数据、无模型、无平台」起步，到算法能力成型、服务上线、数据体系跑通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 → 87%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周持续推进，无停滞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62856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→ 90%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581144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81144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≥85%，提前 4 周达成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65008" y="1773936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2029968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 万行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339328" y="27249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自建系统代码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39328" y="30723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 / 平台 / 训练 / 服务 四套系统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4672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个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 API 接口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张数据表，自研平台替代 Label Studio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306824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62856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套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4581144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皮肤评估方案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81144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SBS 规则引擎 + 两阶段 ML 双模型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8065008" y="3931920"/>
            <a:ext cx="3575304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321040" y="418795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→ 4+6</a:t>
            </a:r>
            <a:endParaRPr lang="en-US" sz="3000" dirty="0"/>
          </a:p>
        </p:txBody>
      </p:sp>
      <p:sp>
        <p:nvSpPr>
          <p:cNvPr id="28" name="Text 25"/>
          <p:cNvSpPr txBox="1"/>
          <p:nvPr/>
        </p:nvSpPr>
        <p:spPr>
          <a:xfrm>
            <a:off x="8339328" y="488289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39328" y="523036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4 只 + 龙岗狗场 6 只落地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CORE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核心成果一：抓挠识别模型，从 0 到超额达标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17904"/>
          <a:ext cx="6812280" cy="3182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7607808" y="151790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7" name="Shape 3"/>
          <p:cNvSpPr/>
          <p:nvPr/>
        </p:nvSpPr>
        <p:spPr>
          <a:xfrm>
            <a:off x="7808976" y="160934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08976" y="160934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起点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160020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7.20 初版模型 F1 70-75%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827264" y="1883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首次产出可用模型，拿到真实误检分布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607808" y="234086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12" name="Shape 8"/>
          <p:cNvSpPr/>
          <p:nvPr/>
        </p:nvSpPr>
        <p:spPr>
          <a:xfrm>
            <a:off x="7808976" y="243230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808976" y="243230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24231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按置信度分层复核误检 / 漏检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827264" y="2706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以模型结果反哺数据集，定向补负样本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607808" y="316382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D5D0F7"/>
          </a:solidFill>
          <a:ln/>
        </p:spPr>
      </p:sp>
      <p:sp>
        <p:nvSpPr>
          <p:cNvPr id="17" name="Shape 13"/>
          <p:cNvSpPr/>
          <p:nvPr/>
        </p:nvSpPr>
        <p:spPr>
          <a:xfrm>
            <a:off x="7808976" y="325526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808976" y="32552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595360" y="32461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8.03 F1 ≥85%，提前 4 周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827264" y="3529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目标提前完成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7607808" y="3986784"/>
            <a:ext cx="4032504" cy="694944"/>
          </a:xfrm>
          <a:prstGeom prst="roundRect">
            <a:avLst>
              <a:gd name="adj" fmla="val 13158"/>
            </a:avLst>
          </a:prstGeom>
          <a:solidFill>
            <a:srgbClr val="F3F1FF"/>
          </a:solidFill>
          <a:ln/>
        </p:spPr>
      </p:sp>
      <p:sp>
        <p:nvSpPr>
          <p:cNvPr id="22" name="Shape 18"/>
          <p:cNvSpPr/>
          <p:nvPr/>
        </p:nvSpPr>
        <p:spPr>
          <a:xfrm>
            <a:off x="7808976" y="4078224"/>
            <a:ext cx="658368" cy="219456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808976" y="407822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深化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8595360" y="40690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 全量复核后训练犬达 90%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827264" y="43525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工程化检测人工标注错误并重标注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548640" y="4956048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452D8D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804672" y="51389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关键做法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194560" y="5102352"/>
            <a:ext cx="9235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不盲目堆数据 —— 用模型输出反推数据缺口：按置信度区间分析误识别（走路、跑、扒门被误判），定向补充负样本；再用工程化手段批量检出人工标注错误并重标注。数据质量的提升比数据量的增长更能带来实质效果。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CAPABILITY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核心成果二：算法能力矩阵与皮肤健康评估方案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行为识别：4 分类能力已成型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883664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96596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31136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已达标，训练个体 F1 90%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38928" y="2075688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F7BA59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38928" y="207568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达标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272491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活动检测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299008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38928" y="2834640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138928" y="2834640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3401568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483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 / 休息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37490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基础可用 80%+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138928" y="3593592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38928" y="3593592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541264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04672" y="424281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未佩戴检测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07992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已训练为独立类别，线上服务待接入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138928" y="4352544"/>
            <a:ext cx="713232" cy="256032"/>
          </a:xfrm>
          <a:prstGeom prst="roundRect">
            <a:avLst>
              <a:gd name="adj" fmla="val 25000"/>
            </a:avLst>
          </a:prstGeom>
          <a:solidFill>
            <a:srgbClr val="846CC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38928" y="4352544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已训练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345936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皮肤健康评估：双方案并行推进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327648" y="1883664"/>
            <a:ext cx="5312664" cy="1481328"/>
          </a:xfrm>
          <a:prstGeom prst="roundRect">
            <a:avLst>
              <a:gd name="adj" fmla="val 6173"/>
            </a:avLst>
          </a:prstGeom>
          <a:solidFill>
            <a:srgbClr val="F3F1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565392" y="202996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规则统计版（SBS）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2340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前后端 Web 系统完成，兽医问答交互可用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联通每日抓挠数据，驱动规则引擎计算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可解释性强，供产品与兽医直接验证反馈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327648" y="3511296"/>
            <a:ext cx="5312664" cy="1700784"/>
          </a:xfrm>
          <a:prstGeom prst="roundRect">
            <a:avLst>
              <a:gd name="adj" fmla="val 5376"/>
            </a:avLst>
          </a:prstGeom>
          <a:solidFill>
            <a:srgbClr val="452D8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565392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机器学习版（双模型架构）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583680" y="3968496"/>
            <a:ext cx="48463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A：44 特征 → C0 / C1 / C2，每日自动运行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 B：54 特征（含问答）→ S0 / S1 / S2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场景合成数据，交叉验证宏 F1 0.93 / 0.90（真实数据待验证）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个体基线三套实现并行，内部每日运行、边跑边调优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35838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D5D0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04672" y="54864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真实验证发现的关键问题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3200400" y="546811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只犬 5 天测试中，两只犬日均抓挠 20+ 次触发 C2，但皮肤无实际病变 —— 说明个体「正常抓挠水平」本就存在差异。据此引入个体基线机制并已落地运行，比单纯调权重更根本；目前内部每日跟踪、边跑边调优，暂未上线。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SYSTEMS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核心成果三：四个自建系统，约 7.8 万行代码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试用期内从零搭起采集、平台、训练、服务四套系统，彼此打通，构成算法可持续迭代的完整基础设施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452D8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采集与同步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773168" y="188366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73168" y="18836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万行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witmotion_imu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路摄像头 × M 个 IMU 帧级同步，现场 6 机位 / 12 设备无人值守运行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单一时钟 + IMU 事件驱动取帧 + 墙钟时间戳变帧率写入，同步由构造保证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HICC 项圈 0x55AA 协议解析（含校验与授时），兼容 WitMotion 双帧格式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08776" y="170078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3096" y="18836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标注与训练平台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10433304" y="188366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433304" y="18836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3.0 万行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217627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label_infra / smart-label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483096" y="246888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自研平台替代 Label Studio，迁移 58 个项目 / 2,088 任务 / 2,609 条标注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个 API、23 张表、31 次数据库迁移；React + FastAPI + MySQL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 → 疑似片段召回 → 多人协同审核 → 导出训练 → 模型热切换闭环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48640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2960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模型训练与皮肤评估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4773168" y="407822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73168" y="407822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 万行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imu_train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 维手工特征；13 种模型实现（6 种深度 + 7 种经典）可横向对比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事件级 F1e 指标自研实现，网格搜索置信阈值与合并间隔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皮肤评估三条技术路线：SBS 规则引擎 / 两阶段 ML / 分层贝叶斯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08776" y="3895344"/>
            <a:ext cx="5431536" cy="2048256"/>
          </a:xfrm>
          <a:prstGeom prst="roundRect">
            <a:avLst>
              <a:gd name="adj" fmla="val 4464"/>
            </a:avLst>
          </a:prstGeom>
          <a:solidFill>
            <a:srgbClr val="F3F1F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3096" y="40782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在线推理与评估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10433304" y="4078224"/>
            <a:ext cx="969264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0433304" y="407822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万行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92240" y="43708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algo_service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4663440"/>
            <a:ext cx="4901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秒增量推理 + 每日批量评估 + 每日基线更新，三条调度链路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TDengine 时序库 + MySQL 按设备分表，全链路按用户本地时区切天</a:t>
            </a:r>
            <a:endParaRPr lang="en-US" sz="1000" dirty="0"/>
          </a:p>
          <a:p>
            <a:pPr marL="342900" indent="-3429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133 个单元测试 / 约 162 条用例，全部不依赖外部服务即可运行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08990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另有约 2 万行设计文档：系统设计、临床量表设计、数据异常处理预案、标注规范、ML 迁移方案等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核心成果四：算法平台全链路自建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从原始数据到多套算法上线，全链路自建并打通 —— 不只是标注工具，而是支撑算法持续迭代的基础设施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数据采集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分发与审核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模型训练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模型测试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719072"/>
            <a:ext cx="1920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719072"/>
            <a:ext cx="1719072" cy="512064"/>
          </a:xfrm>
          <a:prstGeom prst="roundRect">
            <a:avLst>
              <a:gd name="adj" fmla="val 16071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719072"/>
            <a:ext cx="17190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多算法服务</a:t>
            </a:r>
            <a:endParaRPr lang="en-US" sz="1150" dirty="0"/>
          </a:p>
        </p:txBody>
      </p:sp>
      <p:pic>
        <p:nvPicPr>
          <p:cNvPr id="23" name="Image 1" descr="media/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50592"/>
            <a:ext cx="6035040" cy="286207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48640" y="538581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标注审核工作台：三路摄像头同步 + IMU 波形对齐，AI 预标片段与疑似片段并列待人工确认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803136" y="2450592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26" name="Shape 22"/>
          <p:cNvSpPr/>
          <p:nvPr/>
        </p:nvSpPr>
        <p:spPr>
          <a:xfrm>
            <a:off x="7004304" y="2688336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004304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7498080" y="256032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预标注，人工只做确认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498080" y="2834640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模型先跑出候选片段并标注来源与置信度，人工从「从头标」变为「审核与修正」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803136" y="3447288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1" name="Shape 27"/>
          <p:cNvSpPr/>
          <p:nvPr/>
        </p:nvSpPr>
        <p:spPr>
          <a:xfrm>
            <a:off x="7004304" y="3685032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004304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7498080" y="355701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疑似片段主动召回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498080" y="3831336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模型低置信片段（如 37%）结合频谱线索自动推送复核，专门捕捉模型最不确定的样本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6803136" y="4443984"/>
            <a:ext cx="4837176" cy="868680"/>
          </a:xfrm>
          <a:prstGeom prst="roundRect">
            <a:avLst>
              <a:gd name="adj" fmla="val 10526"/>
            </a:avLst>
          </a:prstGeom>
          <a:solidFill>
            <a:srgbClr val="F3F1FF"/>
          </a:solidFill>
          <a:ln/>
        </p:spPr>
      </p:sp>
      <p:sp>
        <p:nvSpPr>
          <p:cNvPr id="36" name="Shape 32"/>
          <p:cNvSpPr/>
          <p:nvPr/>
        </p:nvSpPr>
        <p:spPr>
          <a:xfrm>
            <a:off x="7004304" y="4681728"/>
            <a:ext cx="384048" cy="38404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7004304" y="4681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7498080" y="45537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多人协同审核流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7498080" y="4828032"/>
            <a:ext cx="39867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任务认领、整份通过、分级权限与数据隔离，支撑标注规模化扩大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760720"/>
            <a:ext cx="11091672" cy="658368"/>
          </a:xfrm>
          <a:prstGeom prst="roundRect">
            <a:avLst>
              <a:gd name="adj" fmla="val 13889"/>
            </a:avLst>
          </a:prstGeom>
          <a:solidFill>
            <a:srgbClr val="452D8D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804672" y="59618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平台承载的算法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2743200" y="594360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行为识别（抓挠 / 活动 / 睡觉 / 未佩戴）　·　皮肤健康评估（规则统计版 + ML 版）　·　口腔牙结石识别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02.7  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算法效果与平台演示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以下三项将在述职现场做实际演示，此处为效果留档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49808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9808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抓挠检测效果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信号实时推理，视频与识别结果同步比对，可直观看到抓挠片段的检出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06824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3" name="Shape 10"/>
          <p:cNvSpPr/>
          <p:nvPr/>
        </p:nvSpPr>
        <p:spPr>
          <a:xfrm>
            <a:off x="4507992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07992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507992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26280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数据标注平台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526280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数据挂载、成员分级权限、视频标注流畅度优化后的实际操作界面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065008" y="173736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8266176" y="1938528"/>
            <a:ext cx="3172968" cy="2139696"/>
          </a:xfrm>
          <a:prstGeom prst="roundRect">
            <a:avLst>
              <a:gd name="adj" fmla="val 3419"/>
            </a:avLst>
          </a:prstGeom>
          <a:solidFill>
            <a:srgbClr val="452D8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66176" y="2596896"/>
            <a:ext cx="3172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8266176" y="3163824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现场演示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84464" y="4224528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口腔牙结石识别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284464" y="4608576"/>
            <a:ext cx="3145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基于图像识别犬只口腔牙齿的牙结石情况，为口腔健康评估提供基础能力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02.5  DATA ASSETS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核心成果五：数据资源体系从 0 到 1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数据是算法的上限。试用期内主动推动，把「无数据可用」变成「稳定可持续的采集供给」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模拟数据起步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68096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 IMU 数据模拟生成器，跑通端到端流程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98064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3017520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017520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首批真实数据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影棚落地采集，攻克时间戳对齐，标注工具就绪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47488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17" name="Shape 14"/>
          <p:cNvSpPr/>
          <p:nvPr/>
        </p:nvSpPr>
        <p:spPr>
          <a:xfrm>
            <a:off x="5266944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266944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266944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采集标准化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5266944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方案定型：IMU + 双视角 USB 摄像头；犬只扩至 3 只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296912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516368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516368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516368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规模化铺路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7516368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 2 份采集方案供商务洽谈；沙井成本过高转向龙岗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46336" y="1828800"/>
            <a:ext cx="2121408" cy="2468880"/>
          </a:xfrm>
          <a:prstGeom prst="roundRect">
            <a:avLst>
              <a:gd name="adj" fmla="val 4310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9765792" y="2029968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765792" y="2029968"/>
            <a:ext cx="877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24871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狗场落地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9765792" y="2962656"/>
            <a:ext cx="17190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龙岗实地考察通过，6 间 6 只具备正式采集条件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8640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452D8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04672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可采集犬只资源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97433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0 → 4 只（大 / 中 / 小体型覆盖）  ·  龙岗狗场 6 间 6 只已谈妥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303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长远按 30 → 50 → 70 → 100 → 150 只分阶段扩大，先跑通小规模流程再有序放量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08776" y="4498848"/>
            <a:ext cx="5431536" cy="1481328"/>
          </a:xfrm>
          <a:prstGeom prst="roundRect">
            <a:avLst>
              <a:gd name="adj" fmla="val 6173"/>
            </a:avLst>
          </a:prstGeom>
          <a:solidFill>
            <a:srgbClr val="D5D0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464808" y="46634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主动推动的关键判断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483096" y="4974336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沙井狗场报价 1000 元/犬/天，判断成本不经济果断放弃；主动输出采集需求方案供商务对接，转向龙岗并推动落地，避免了资源与时间的无效投入。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02.6  COLLABORATION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核心成果六：跨团队协作与主动推动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68096" y="1737360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8096" y="173736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后端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084832" y="1645920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数据库架构调整（IMU 六轴迁移 TDengine）、服务联调、模型服务外网对接打通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340864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523744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52374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084832" y="2432304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对接、明确算法实现边界、皮肤评估方案共同推敲与验证反馈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3127248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310128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F7BA5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8096" y="331012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硬件厂商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084832" y="3218688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定位并反馈 TF 卡周期性丢数据、蓝牙遮挡断传等问题，推动修复与设备交付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913632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4096512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8096" y="409651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 / 产品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084832" y="4005072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示范标注工具用法，建立多人协同标注分工，推动兽医参与皮肤评估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4700016"/>
            <a:ext cx="7223760" cy="676656"/>
          </a:xfrm>
          <a:prstGeom prst="roundRect">
            <a:avLst>
              <a:gd name="adj" fmla="val 1351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882896"/>
            <a:ext cx="1170432" cy="310896"/>
          </a:xfrm>
          <a:prstGeom prst="roundRect">
            <a:avLst>
              <a:gd name="adj" fmla="val 23529"/>
            </a:avLst>
          </a:prstGeom>
          <a:solidFill>
            <a:srgbClr val="6A51B7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88289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 / 项目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084832" y="4791456"/>
            <a:ext cx="5486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预留测试接口；推动算法研发在 ONES 单独立项，建立规范化管理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010144" y="1554480"/>
            <a:ext cx="3630168" cy="3931920"/>
          </a:xfrm>
          <a:prstGeom prst="roundRect">
            <a:avLst>
              <a:gd name="adj" fmla="val 2519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247888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主动响应与建议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247888" y="212140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天完成口腔识别可行性验证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266176" y="2377440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产品负责人提出口腔健康方向后，当天做出犬只牙结石（正常/异常）识别原型，含图片、视频、摄像头实时三种模式，用于验证算法可行性与实际落点效果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47888" y="29809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质疑临床抓挠阈值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266176" y="3236976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实测博美一晚抓挠 10-20 次，推算全天极可能超 30 次但皮肤无异常，提出需重新调研基线依据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8247888" y="38404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建议竞品对标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66176" y="4096512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建议采购 FitBark / Tractive 等竞品实测，同步佩戴对比数据与识别效果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8247888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推动规范立项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266176" y="4956048"/>
            <a:ext cx="3163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即便算法仅一人，也应在 ONES 立项，明确阶段目标与验收标准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每周输出完成项、进度、复盘、风险与计划，节奏无中断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每个工作项都给出明确结论，而非只罗列过程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阻塞点定位到根因再解决：时间戳对齐、推理不一致、标注错误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模型从初版到达标用了 6 周、皮肤评估从方案到 Web 系统上线用了 3 周、数据平台从 0 到多人协同可用用了 4 周 —— 每个模块都有明确的起点、节奏与交付结果。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个人成长与方法论沉淀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 &gt; 数据量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训练集导出时把「存疑」时段从重叠标注中挖掉 —— 不挖的话，一段大概率是抓挠的区间会被当作负样本喂给模型，比没有这条数据更糟。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用模型输出反推数据缺口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把模型低置信片段与频谱线索单独建表推送人工复核：确认的是漏检、否决的是误检，两者都是重训练最有价值的样本。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先分清是算法问题还是定义问题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活动与睡觉混淆的根因是业务边界模糊，不是模型能力不足。算法无法自行划定业务语义，须先对齐定义再训练。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发现自己的错误要主动报出来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自查发现合成数据里特征与标签共用了同一个生成表达式，虚高的宏 F1 0.957 修正后降到 0.886，写进文档公开。宁可报低，不留隐患。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及时验证、及时放弃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RTSP 方案验证发现网络抖动导致延迟不可预测后果断放弃，收敛至 USB 本地录制；实测两种重采样算法差异达信号标准差的 6-8%，也是靠实测而非推理定论。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客观看待当前短板，每一项都有明确的改进路径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84832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377440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43584" y="23957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跨个体泛化能力不足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78561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新个体马尔济斯 F1 仅 70%，训练个体达 90%。根因是训练覆盖的犬只个体数太少，品种、体型、运动习惯差异大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808976" y="2194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推动狗场采集落地，将训练个体扩至 10 只以上，再以全新个体验证泛化，目标 85%+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48640" y="3127248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419856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343814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松动检测尚未启动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78561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优先级让位于抓挠识别与皮肤评估；且松动判定边界本身需与产品、兽医对齐才能定义清楚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808976" y="323697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与产品、兽医对齐判定标准后启动开发，与未佩戴检测共同构成全天有效佩戴时间统计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416966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4462272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4462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43584" y="448056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皮肤评估依赖合成数据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78561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版仍基于合成数据训练，真实病例样本积累不足；个体基线已落地但仅内部运行，尚未推上线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08976" y="42793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持续推动兽医参与评估标注，积累真实数据做二次训练；个体基线跟踪调优后推上线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8640" y="5212080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504688"/>
            <a:ext cx="365760" cy="36576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5504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43584" y="55229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业务理解仍需加深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78561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对犬只行为的业务语义、兽医临床判断标准的理解，仍主要依赖他人输入，独立判断力有待加强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08976" y="53218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主动向兽医与产品请教，系统补充宠物皮肤健康领域知识，减少反复对齐成本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推动龙岗狗场正式采集落地，训练个体扩至 10 只以上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数据平台上线 AI 自动标注，加速人工审核效率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个体基线持续调优并推上线，解决 C2 误触发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与产品、兽医对齐活动/睡觉业务边界与松动判定标准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抓挠识别跨个体泛化达到 85%+，模型具备真正通用性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皮肤健康评估完成真实数据二次训练并上线验证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补齐松动检测，形成完整的全天有效佩戴时间统计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只分阶段有序扩大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沉淀可复用的采集—标注—训练—部署标准流程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推动算法能力从「能识别」走向「能给出可信健康结论」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建立竞品对标机制，明确我方算法能力边界与优势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随团队规模扩大，输出规范让算法工作可协同、可交接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这需要数据规模、算法能力与业务定义三者同步推进，也需要产品、兽医、后端、硬件各方持续配合，我会主动承担起推动这条链路的责任。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朱业拓  Toky   |   AI 算法工程师   |   2026.10.08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朱业拓 Toky</dc:creator>
  <cp:lastModifiedBy>朱业拓 Toky</cp:lastModifiedBy>
  <cp:revision>1</cp:revision>
  <dcterms:created xsi:type="dcterms:W3CDTF">2026-09-10T03:45:02Z</dcterms:created>
  <dcterms:modified xsi:type="dcterms:W3CDTF">2026-09-10T03:45:02Z</dcterms:modified>
</cp:coreProperties>
</file>